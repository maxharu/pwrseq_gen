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Power Sequence Generator</a:t>
            </a:r>
          </a:p>
          <a:p>
            <a:pPr>
              <a:spcBef>
                <a:spcPts val="1200"/>
              </a:spcBef>
              <a:defRPr sz="2000">
                <a:solidFill>
                  <a:srgbClr val="38BDF8"/>
                </a:solidFill>
              </a:defRPr>
            </a:pPr>
            <a:r>
              <a:t>From dependency graph to RTL, firmware, and documentation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pwrseq_gen  ·  v1.3  ·  PSEQCELL-based power sequencing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57600"/>
            <a:ext cx="9875520" cy="37600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Why this tool?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One model — many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983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Power-up/down has many rails, PG signals, and timing constraints.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Specs drift when JSON, RTL, firmware, and diagrams are edited by hand.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pwrseq_gen keeps one JSON source of truth, such as doc/demo_json.json.</a:t>
            </a:r>
          </a:p>
          <a:p>
            <a:pPr lvl="1">
              <a:spcAft>
                <a:spcPts val="600"/>
              </a:spcAft>
              <a:defRPr sz="1600">
                <a:solidFill>
                  <a:srgbClr val="94A3B8"/>
                </a:solidFill>
              </a:defRPr>
            </a:pPr>
            <a:r>
              <a:t>  It generates Verilog, C, Draw.io, and WaveDrom from the same graph.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943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End-to-end pipeline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Author in GUI or JSON → validate → generate / export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533870"/>
            <a:ext cx="11155680" cy="4247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The provided doc/demo_* files show the resulting JSON, Verilog, C, Draw.io, and WaveDrom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Configuration model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Rails, conditions,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983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Node = Input (debounce) or Output (PSEQCELL).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Hi / Lo / Force: AND inside group, OR across groups.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Invert &amp; use-mode (node / Hi / Lo / self feedback).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Timing: CYCLE_*, RECOVER, INIT, FORCE, OD.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Validator catches duplicates, missing refs, cycles.</a:t>
            </a:r>
          </a:p>
        </p:txBody>
      </p:sp>
      <p:pic>
        <p:nvPicPr>
          <p:cNvPr id="4" name="Picture 3" descr="confi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43000"/>
            <a:ext cx="6309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Provided input spec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doc/demo_json.json — project-level power sequence configuration</a:t>
            </a:r>
          </a:p>
        </p:txBody>
      </p:sp>
      <p:pic>
        <p:nvPicPr>
          <p:cNvPr id="3" name="Picture 2" descr="demo_json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73" y="1143000"/>
            <a:ext cx="805937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This user-provided demo config is the primary example used in this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Provided Draw.io output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doc/demo_drawio_png.png — dependency graph rendered from the demo config</a:t>
            </a:r>
          </a:p>
        </p:txBody>
      </p:sp>
      <p:pic>
        <p:nvPicPr>
          <p:cNvPr id="3" name="Picture 2" descr="demo_drawio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95" y="1143000"/>
            <a:ext cx="397632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This is the provided Draw.io diagram asset, not a replacement generated from output/test.json.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Draw.io routing details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doc/demo_drawio_png.png — layered placement, Hi/Lo color paths, and feedback routing</a:t>
            </a:r>
          </a:p>
        </p:txBody>
      </p:sp>
      <p:pic>
        <p:nvPicPr>
          <p:cNvPr id="3" name="Picture 2" descr="demo_drawi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720" y="1143000"/>
            <a:ext cx="445207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Zoomed from the provided Draw.io PNG: Input → logic gates → PSEQCELL blocks → output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Draw.io layer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Left → right signal flow (doc/DRAWIO_RULES.md)</a:t>
            </a:r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708814"/>
            <a:ext cx="11155680" cy="3897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PSEQCELL in RTL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Aligned with src/reference/PSEQCELL.v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983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Ports: iHi, iLo, iForce → internal seq FSM.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o maps to oRAIL; ~Q used for feedback paths.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Parameters from JSON: CYCLE_HI/LO, RECOVER, etc.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DEB instances for debounced inputs.</a:t>
            </a:r>
          </a:p>
        </p:txBody>
      </p:sp>
      <p:pic>
        <p:nvPicPr>
          <p:cNvPr id="4" name="Picture 3" descr="pseqcell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5943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Verilog generation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Auto-generated module + PSEQCELL instances</a:t>
            </a:r>
          </a:p>
        </p:txBody>
      </p:sp>
      <p:pic>
        <p:nvPicPr>
          <p:cNvPr id="3" name="Picture 2" descr="demo_verilog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08" y="1143000"/>
            <a:ext cx="876870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Source asset: doc/demo_verilog.v. The generator derives ports, condition wires, DEB, and PSEQCELL instances from 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C firmware generation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pwrcell_t scaffolding (reference: pwrcell.c/h)</a:t>
            </a:r>
          </a:p>
        </p:txBody>
      </p:sp>
      <p:pic>
        <p:nvPicPr>
          <p:cNvPr id="3" name="Picture 2" descr="demo_c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08" y="1143000"/>
            <a:ext cx="876870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Source asset: doc/demo_c.c. The output contains per-rail pwrcell_t state and runtime condition hooks.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Provided WaveDrom timing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Simulated from dependency graph (not RTL cycle-accurate)</a:t>
            </a:r>
          </a:p>
        </p:txBody>
      </p:sp>
      <p:pic>
        <p:nvPicPr>
          <p:cNvPr id="3" name="Picture 2" descr="demo_wavedrom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751" y="1143000"/>
            <a:ext cx="612801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Source asset: doc/demo_wavedrom_png.png, with JSON data in doc/demo_wavedrow_json.json.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WaveDrom review use case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doc/demo_wavedrom_png.png — 50-step sequencing overview</a:t>
            </a:r>
          </a:p>
        </p:txBody>
      </p:sp>
      <p:pic>
        <p:nvPicPr>
          <p:cNvPr id="3" name="Picture 2" descr="demo_wavedrom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8" y="1143000"/>
            <a:ext cx="878128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Zoomed from the provided WaveDrom PNG for dependency arrows and power-up timing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Tooling &amp; quality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Build, test, package, and review</a:t>
            </a:r>
          </a:p>
        </p:txBody>
      </p:sp>
      <p:pic>
        <p:nvPicPr>
          <p:cNvPr id="3" name="Picture 2" descr="demo_drawio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95" y="1143000"/>
            <a:ext cx="397632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Python 3.8+, CustomTkinter GUI, pytest coverage, PyInstaller packaging, and reference libraries.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Getting started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1. pip install -r requirements.txt  (or run run.bat)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2. python src/main.py — build nodes &amp; conditions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3. Confirm green validation bar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4. Generate → Verilog / C  |  Export → Draw.io / WaveDrom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t>5. json2drawio.bat doc\demo_json.json -o doc\demo_drawio_xml.xml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69080"/>
            <a:ext cx="10515600" cy="40037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Summary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607040" cy="40385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800600"/>
            <a:ext cx="10241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BD5E1"/>
                </a:solidFill>
              </a:defRPr>
            </a:pPr>
            <a:r>
              <a:t>One JSON model captures power-sequence intent</a:t>
            </a:r>
          </a:p>
          <a:p>
            <a:pPr>
              <a:spcAft>
                <a:spcPts val="1000"/>
              </a:spcAft>
              <a:defRPr sz="2000" b="0">
                <a:solidFill>
                  <a:srgbClr val="CBD5E1"/>
                </a:solidFill>
              </a:defRPr>
            </a:pPr>
            <a:r>
              <a:t>Code, diagrams, and timing documentation stay synchronized</a:t>
            </a:r>
          </a:p>
          <a:p>
            <a:pPr>
              <a:spcAft>
                <a:spcPts val="1000"/>
              </a:spcAft>
              <a:defRPr sz="2800" b="0">
                <a:solidFill>
                  <a:srgbClr val="CBD5E1"/>
                </a:solidFill>
              </a:defRPr>
            </a:pPr>
          </a:p>
          <a:p>
            <a:pPr>
              <a:spcAft>
                <a:spcPts val="1000"/>
              </a:spcAft>
              <a:defRPr sz="2800" b="1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