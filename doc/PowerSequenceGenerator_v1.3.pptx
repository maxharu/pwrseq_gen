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6"/>
  </p:notesMasterIdLst>
  <p:handoutMasterIdLst>
    <p:handoutMasterId r:id="rId7"/>
  </p:handoutMasterIdLst>
  <p:sldIdLst>
    <p:sldId id="256" r:id="rId2"/>
    <p:sldId id="258" r:id="rId3"/>
    <p:sldId id="259" r:id="rId4"/>
    <p:sldId id="260" r:id="rId5"/>
  </p:sldIdLst>
  <p:sldSz cx="9144000" cy="5143500" type="screen16x9"/>
  <p:notesSz cx="6662738" cy="9926638"/>
  <p:custDataLst>
    <p:tags r:id="rId8"/>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99FF99"/>
    <a:srgbClr val="0055A2"/>
    <a:srgbClr val="CCFFCC"/>
    <a:srgbClr val="0033CC"/>
    <a:srgbClr val="0000FF"/>
    <a:srgbClr val="000099"/>
    <a:srgbClr val="0066FF"/>
    <a:srgbClr val="FF9966"/>
    <a:srgbClr val="003B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8534" autoAdjust="0"/>
  </p:normalViewPr>
  <p:slideViewPr>
    <p:cSldViewPr>
      <p:cViewPr varScale="1">
        <p:scale>
          <a:sx n="149" d="100"/>
          <a:sy n="149" d="100"/>
        </p:scale>
        <p:origin x="750" y="10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887186" cy="496332"/>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774010" y="0"/>
            <a:ext cx="2887186" cy="496332"/>
          </a:xfrm>
          <a:prstGeom prst="rect">
            <a:avLst/>
          </a:prstGeom>
        </p:spPr>
        <p:txBody>
          <a:bodyPr vert="horz" lIns="91440" tIns="45720" rIns="91440" bIns="45720" rtlCol="0"/>
          <a:lstStyle>
            <a:lvl1pPr algn="r">
              <a:defRPr sz="1200"/>
            </a:lvl1pPr>
          </a:lstStyle>
          <a:p>
            <a:fld id="{AD20BEF9-AA05-4FF8-873E-9941013038D7}" type="datetimeFigureOut">
              <a:rPr lang="zh-TW" altLang="en-US" smtClean="0"/>
              <a:pPr/>
              <a:t>2026/1/30</a:t>
            </a:fld>
            <a:endParaRPr lang="zh-TW" altLang="en-US"/>
          </a:p>
        </p:txBody>
      </p:sp>
      <p:sp>
        <p:nvSpPr>
          <p:cNvPr id="4" name="頁尾版面配置區 3"/>
          <p:cNvSpPr>
            <a:spLocks noGrp="1"/>
          </p:cNvSpPr>
          <p:nvPr>
            <p:ph type="ftr" sz="quarter" idx="2"/>
          </p:nvPr>
        </p:nvSpPr>
        <p:spPr>
          <a:xfrm>
            <a:off x="0" y="9428583"/>
            <a:ext cx="2887186" cy="496332"/>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774010" y="9428583"/>
            <a:ext cx="2887186" cy="496332"/>
          </a:xfrm>
          <a:prstGeom prst="rect">
            <a:avLst/>
          </a:prstGeom>
        </p:spPr>
        <p:txBody>
          <a:bodyPr vert="horz" lIns="91440" tIns="45720" rIns="91440" bIns="45720" rtlCol="0" anchor="b"/>
          <a:lstStyle>
            <a:lvl1pPr algn="r">
              <a:defRPr sz="1200"/>
            </a:lvl1pPr>
          </a:lstStyle>
          <a:p>
            <a:fld id="{300F2691-0600-4183-9936-6BD6D385C70B}" type="slidenum">
              <a:rPr lang="zh-TW" altLang="en-US" smtClean="0"/>
              <a:pPr/>
              <a:t>‹#›</a:t>
            </a:fld>
            <a:endParaRPr lang="zh-TW" altLang="en-US"/>
          </a:p>
        </p:txBody>
      </p:sp>
    </p:spTree>
    <p:extLst>
      <p:ext uri="{BB962C8B-B14F-4D97-AF65-F5344CB8AC3E}">
        <p14:creationId xmlns:p14="http://schemas.microsoft.com/office/powerpoint/2010/main" val="5839713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7663"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3488" y="0"/>
            <a:ext cx="2887662" cy="496888"/>
          </a:xfrm>
          <a:prstGeom prst="rect">
            <a:avLst/>
          </a:prstGeom>
        </p:spPr>
        <p:txBody>
          <a:bodyPr vert="horz" lIns="91440" tIns="45720" rIns="91440" bIns="45720" rtlCol="0"/>
          <a:lstStyle>
            <a:lvl1pPr algn="r">
              <a:defRPr sz="1200"/>
            </a:lvl1pPr>
          </a:lstStyle>
          <a:p>
            <a:fld id="{B5828AD7-229D-4E70-BA7E-76E0859339A6}" type="datetimeFigureOut">
              <a:rPr lang="en-US" smtClean="0"/>
              <a:t>1/30/2026</a:t>
            </a:fld>
            <a:endParaRPr lang="en-US"/>
          </a:p>
        </p:txBody>
      </p:sp>
      <p:sp>
        <p:nvSpPr>
          <p:cNvPr id="4" name="Slide Image Placeholder 3"/>
          <p:cNvSpPr>
            <a:spLocks noGrp="1" noRot="1" noChangeAspect="1"/>
          </p:cNvSpPr>
          <p:nvPr>
            <p:ph type="sldImg" idx="2"/>
          </p:nvPr>
        </p:nvSpPr>
        <p:spPr>
          <a:xfrm>
            <a:off x="354013" y="1241425"/>
            <a:ext cx="5954712"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6750" y="4776788"/>
            <a:ext cx="5329238"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887663"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3488" y="9429750"/>
            <a:ext cx="2887662" cy="496888"/>
          </a:xfrm>
          <a:prstGeom prst="rect">
            <a:avLst/>
          </a:prstGeom>
        </p:spPr>
        <p:txBody>
          <a:bodyPr vert="horz" lIns="91440" tIns="45720" rIns="91440" bIns="45720" rtlCol="0" anchor="b"/>
          <a:lstStyle>
            <a:lvl1pPr algn="r">
              <a:defRPr sz="1200"/>
            </a:lvl1pPr>
          </a:lstStyle>
          <a:p>
            <a:fld id="{6C501A1A-2FAD-4746-A49E-03FB6DD5808D}" type="slidenum">
              <a:rPr lang="en-US" smtClean="0"/>
              <a:t>‹#›</a:t>
            </a:fld>
            <a:endParaRPr lang="en-US"/>
          </a:p>
        </p:txBody>
      </p:sp>
    </p:spTree>
    <p:extLst>
      <p:ext uri="{BB962C8B-B14F-4D97-AF65-F5344CB8AC3E}">
        <p14:creationId xmlns:p14="http://schemas.microsoft.com/office/powerpoint/2010/main" val="1480981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Cover Slide 1">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029949" y="4610550"/>
            <a:ext cx="3885404" cy="273844"/>
          </a:xfrm>
          <a:prstGeom prst="rect">
            <a:avLst/>
          </a:prstGeom>
        </p:spPr>
        <p:txBody>
          <a:bodyPr/>
          <a:lstStyle/>
          <a:p>
            <a:r>
              <a:rPr lang="en-US"/>
              <a:t>test</a:t>
            </a: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082"/>
            <a:ext cx="9144572" cy="5162550"/>
          </a:xfrm>
          <a:prstGeom prst="rect">
            <a:avLst/>
          </a:prstGeom>
        </p:spPr>
      </p:pic>
      <p:sp>
        <p:nvSpPr>
          <p:cNvPr id="10" name="Title 1"/>
          <p:cNvSpPr>
            <a:spLocks noGrp="1"/>
          </p:cNvSpPr>
          <p:nvPr>
            <p:ph type="ctrTitle"/>
          </p:nvPr>
        </p:nvSpPr>
        <p:spPr>
          <a:xfrm>
            <a:off x="228600" y="1154953"/>
            <a:ext cx="5653534" cy="533710"/>
          </a:xfrm>
          <a:noFill/>
          <a:effectLst/>
        </p:spPr>
        <p:txBody>
          <a:bodyPr anchor="b">
            <a:normAutofit/>
          </a:bodyPr>
          <a:lstStyle>
            <a:lvl1pPr algn="l">
              <a:defRPr sz="3300" b="1">
                <a:solidFill>
                  <a:srgbClr val="002060"/>
                </a:solidFill>
                <a:effectLst/>
                <a:latin typeface="Arial Narrow" panose="020B0606020202030204" pitchFamily="34" charset="0"/>
              </a:defRPr>
            </a:lvl1pPr>
          </a:lstStyle>
          <a:p>
            <a:r>
              <a:rPr lang="zh-TW" altLang="en-US"/>
              <a:t>按一下以編輯母片標題樣式</a:t>
            </a:r>
            <a:endParaRPr lang="en-US" dirty="0"/>
          </a:p>
        </p:txBody>
      </p:sp>
      <p:sp>
        <p:nvSpPr>
          <p:cNvPr id="11" name="Subtitle 2"/>
          <p:cNvSpPr>
            <a:spLocks noGrp="1"/>
          </p:cNvSpPr>
          <p:nvPr>
            <p:ph type="subTitle" idx="1" hasCustomPrompt="1"/>
          </p:nvPr>
        </p:nvSpPr>
        <p:spPr>
          <a:xfrm>
            <a:off x="228600" y="1774717"/>
            <a:ext cx="5653534" cy="342885"/>
          </a:xfrm>
          <a:effectLst/>
        </p:spPr>
        <p:txBody>
          <a:bodyPr/>
          <a:lstStyle>
            <a:lvl1pPr marL="0" indent="0" algn="l">
              <a:buNone/>
              <a:defRPr sz="1800">
                <a:solidFill>
                  <a:srgbClr val="002060"/>
                </a:solidFill>
                <a:latin typeface="Arial Narrow" panose="020B0606020202030204" pitchFamily="34" charset="0"/>
              </a:defRPr>
            </a:lvl1pPr>
            <a:lvl2pPr marL="342917" indent="0" algn="ctr">
              <a:buNone/>
              <a:defRPr sz="1500"/>
            </a:lvl2pPr>
            <a:lvl3pPr marL="685835" indent="0" algn="ctr">
              <a:buNone/>
              <a:defRPr sz="1350"/>
            </a:lvl3pPr>
            <a:lvl4pPr marL="1028752" indent="0" algn="ctr">
              <a:buNone/>
              <a:defRPr sz="1200"/>
            </a:lvl4pPr>
            <a:lvl5pPr marL="1371668" indent="0" algn="ctr">
              <a:buNone/>
              <a:defRPr sz="1200"/>
            </a:lvl5pPr>
            <a:lvl6pPr marL="1714586" indent="0" algn="ctr">
              <a:buNone/>
              <a:defRPr sz="1200"/>
            </a:lvl6pPr>
            <a:lvl7pPr marL="2057503" indent="0" algn="ctr">
              <a:buNone/>
              <a:defRPr sz="1200"/>
            </a:lvl7pPr>
            <a:lvl8pPr marL="2400420" indent="0" algn="ctr">
              <a:buNone/>
              <a:defRPr sz="1200"/>
            </a:lvl8pPr>
            <a:lvl9pPr marL="2743337" indent="0" algn="ctr">
              <a:buNone/>
              <a:defRPr sz="1200"/>
            </a:lvl9pPr>
          </a:lstStyle>
          <a:p>
            <a:r>
              <a:rPr lang="en-US" dirty="0"/>
              <a:t>Presenter</a:t>
            </a:r>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4800" y="270064"/>
            <a:ext cx="1553293" cy="793373"/>
          </a:xfrm>
          <a:prstGeom prst="rect">
            <a:avLst/>
          </a:prstGeom>
          <a:effectLst>
            <a:outerShdw blurRad="50800" dist="38100" dir="2700000" algn="tl" rotWithShape="0">
              <a:prstClr val="black">
                <a:alpha val="40000"/>
              </a:prstClr>
            </a:outerShdw>
          </a:effectLst>
        </p:spPr>
      </p:pic>
      <p:sp>
        <p:nvSpPr>
          <p:cNvPr id="14" name="TextBox 13"/>
          <p:cNvSpPr txBox="1"/>
          <p:nvPr userDrawn="1"/>
        </p:nvSpPr>
        <p:spPr>
          <a:xfrm>
            <a:off x="8115301" y="5020390"/>
            <a:ext cx="854063" cy="169277"/>
          </a:xfrm>
          <a:prstGeom prst="rect">
            <a:avLst/>
          </a:prstGeom>
          <a:noFill/>
        </p:spPr>
        <p:txBody>
          <a:bodyPr wrap="square" rtlCol="0">
            <a:spAutoFit/>
          </a:bodyPr>
          <a:lstStyle/>
          <a:p>
            <a:pPr algn="ctr"/>
            <a:r>
              <a:rPr lang="en-US" sz="500" dirty="0">
                <a:solidFill>
                  <a:schemeClr val="bg1"/>
                </a:solidFill>
                <a:latin typeface="Arial" panose="020B0604020202020204" pitchFamily="34" charset="0"/>
                <a:cs typeface="Arial" panose="020B0604020202020204" pitchFamily="34" charset="0"/>
              </a:rPr>
              <a:t>© 2020 Supermicro</a:t>
            </a:r>
            <a:r>
              <a:rPr lang="en-US" sz="250" baseline="0" dirty="0">
                <a:solidFill>
                  <a:schemeClr val="bg1"/>
                </a:solidFill>
                <a:latin typeface="Arial" panose="020B0604020202020204" pitchFamily="34" charset="0"/>
                <a:cs typeface="Arial" panose="020B0604020202020204" pitchFamily="34" charset="0"/>
              </a:rPr>
              <a:t> </a:t>
            </a:r>
            <a:r>
              <a:rPr lang="en-US" sz="250" kern="1200" spc="0" baseline="80000" dirty="0">
                <a:solidFill>
                  <a:schemeClr val="bg1"/>
                </a:solidFill>
                <a:latin typeface="Arial" panose="020B0604020202020204" pitchFamily="34" charset="0"/>
                <a:cs typeface="Arial" panose="020B0604020202020204" pitchFamily="34" charset="0"/>
              </a:rPr>
              <a:t>®</a:t>
            </a:r>
          </a:p>
        </p:txBody>
      </p:sp>
      <p:sp>
        <p:nvSpPr>
          <p:cNvPr id="3" name="Text Placeholder 2"/>
          <p:cNvSpPr>
            <a:spLocks noGrp="1"/>
          </p:cNvSpPr>
          <p:nvPr>
            <p:ph type="body" sz="quarter" idx="12" hasCustomPrompt="1"/>
          </p:nvPr>
        </p:nvSpPr>
        <p:spPr>
          <a:xfrm>
            <a:off x="228631" y="2155825"/>
            <a:ext cx="5653881" cy="225425"/>
          </a:xfrm>
        </p:spPr>
        <p:txBody>
          <a:bodyPr>
            <a:normAutofit/>
          </a:bodyPr>
          <a:lstStyle>
            <a:lvl1pPr marL="0" indent="0" algn="l">
              <a:buFont typeface="Arial" panose="020B0604020202020204" pitchFamily="34" charset="0"/>
              <a:buNone/>
              <a:defRPr sz="1200" b="0">
                <a:solidFill>
                  <a:srgbClr val="002060"/>
                </a:solidFill>
                <a:latin typeface="Arial Narrow" panose="020B0606020202030204" pitchFamily="34" charset="0"/>
              </a:defRPr>
            </a:lvl1pPr>
            <a:lvl2pPr marL="342917" indent="0">
              <a:buFont typeface="Arial" panose="020B0604020202020204" pitchFamily="34" charset="0"/>
              <a:buNone/>
              <a:defRPr/>
            </a:lvl2pPr>
            <a:lvl3pPr marL="685835" indent="0">
              <a:buFont typeface="Arial" panose="020B0604020202020204" pitchFamily="34" charset="0"/>
              <a:buNone/>
              <a:defRPr/>
            </a:lvl3pPr>
            <a:lvl4pPr marL="1028752" indent="0">
              <a:buFont typeface="Arial" panose="020B0604020202020204" pitchFamily="34" charset="0"/>
              <a:buNone/>
              <a:defRPr/>
            </a:lvl4pPr>
            <a:lvl5pPr marL="1371668" indent="0">
              <a:buFont typeface="Arial" panose="020B0604020202020204" pitchFamily="34" charset="0"/>
              <a:buNone/>
              <a:defRPr/>
            </a:lvl5pPr>
          </a:lstStyle>
          <a:p>
            <a:pPr lvl="0"/>
            <a:r>
              <a:rPr lang="en-US" dirty="0"/>
              <a:t>Date</a:t>
            </a:r>
          </a:p>
        </p:txBody>
      </p:sp>
      <p:pic>
        <p:nvPicPr>
          <p:cNvPr id="18" name="Picture 17"/>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5882134" y="1829087"/>
            <a:ext cx="869334" cy="665584"/>
          </a:xfrm>
          <a:prstGeom prst="rect">
            <a:avLst/>
          </a:prstGeom>
          <a:effectLst>
            <a:outerShdw blurRad="63500" dist="50800" dir="2400000" algn="tl" rotWithShape="0">
              <a:prstClr val="black">
                <a:alpha val="40000"/>
              </a:prstClr>
            </a:outerShdw>
          </a:effectLst>
        </p:spPr>
      </p:pic>
      <p:pic>
        <p:nvPicPr>
          <p:cNvPr id="22" name="Picture 21"/>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4953000" y="2807825"/>
            <a:ext cx="1031077" cy="841336"/>
          </a:xfrm>
          <a:prstGeom prst="rect">
            <a:avLst/>
          </a:prstGeom>
          <a:effectLst>
            <a:outerShdw blurRad="63500" dist="38100" dir="2400000" algn="tl" rotWithShape="0">
              <a:prstClr val="black">
                <a:alpha val="40000"/>
              </a:prstClr>
            </a:outerShdw>
          </a:effectLst>
        </p:spPr>
      </p:pic>
      <p:pic>
        <p:nvPicPr>
          <p:cNvPr id="23" name="Picture 22"/>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4568958" y="3840706"/>
            <a:ext cx="926500" cy="1184447"/>
          </a:xfrm>
          <a:prstGeom prst="rect">
            <a:avLst/>
          </a:prstGeom>
          <a:effectLst>
            <a:outerShdw blurRad="63500" dist="38100" dir="2400000" algn="tl" rotWithShape="0">
              <a:prstClr val="black">
                <a:alpha val="40000"/>
              </a:prstClr>
            </a:outerShdw>
          </a:effectLst>
        </p:spPr>
      </p:pic>
      <p:pic>
        <p:nvPicPr>
          <p:cNvPr id="24" name="Picture 23"/>
          <p:cNvPicPr>
            <a:picLocks noChangeAspect="1"/>
          </p:cNvPicPr>
          <p:nvPr userDrawn="1"/>
        </p:nvPicPr>
        <p:blipFill>
          <a:blip r:embed="rId7" cstate="screen">
            <a:extLst>
              <a:ext uri="{28A0092B-C50C-407E-A947-70E740481C1C}">
                <a14:useLocalDpi xmlns:a14="http://schemas.microsoft.com/office/drawing/2010/main" val="0"/>
              </a:ext>
            </a:extLst>
          </a:blip>
          <a:stretch>
            <a:fillRect/>
          </a:stretch>
        </p:blipFill>
        <p:spPr>
          <a:xfrm>
            <a:off x="6972300" y="1309443"/>
            <a:ext cx="727364" cy="514928"/>
          </a:xfrm>
          <a:prstGeom prst="rect">
            <a:avLst/>
          </a:prstGeom>
          <a:effectLst>
            <a:outerShdw blurRad="50800" dist="38100" dir="2700000" algn="tl" rotWithShape="0">
              <a:prstClr val="black">
                <a:alpha val="40000"/>
              </a:prstClr>
            </a:outerShdw>
          </a:effectLst>
        </p:spPr>
      </p:pic>
      <p:pic>
        <p:nvPicPr>
          <p:cNvPr id="15" name="Picture 14"/>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a:xfrm>
            <a:off x="8017842" y="947592"/>
            <a:ext cx="881653" cy="464503"/>
          </a:xfrm>
          <a:prstGeom prst="rect">
            <a:avLst/>
          </a:prstGeom>
          <a:effectLst>
            <a:outerShdw blurRad="63500" dist="50800" dir="2400000" algn="tl" rotWithShape="0">
              <a:prstClr val="black">
                <a:alpha val="40000"/>
              </a:prstClr>
            </a:outerShdw>
          </a:effectLst>
        </p:spPr>
      </p:pic>
      <p:cxnSp>
        <p:nvCxnSpPr>
          <p:cNvPr id="16" name="Straight Connector 15">
            <a:extLst>
              <a:ext uri="{FF2B5EF4-FFF2-40B4-BE49-F238E27FC236}">
                <a16:creationId xmlns:a16="http://schemas.microsoft.com/office/drawing/2014/main" id="{C90F6350-CD23-4C38-B21D-C382E6B396D2}"/>
              </a:ext>
            </a:extLst>
          </p:cNvPr>
          <p:cNvCxnSpPr>
            <a:cxnSpLocks/>
          </p:cNvCxnSpPr>
          <p:nvPr userDrawn="1"/>
        </p:nvCxnSpPr>
        <p:spPr>
          <a:xfrm>
            <a:off x="228600" y="1715366"/>
            <a:ext cx="5562600"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0BA71E1-1BD0-4901-BDE3-263C4FDEA2FC}"/>
              </a:ext>
            </a:extLst>
          </p:cNvPr>
          <p:cNvSpPr txBox="1"/>
          <p:nvPr userDrawn="1"/>
        </p:nvSpPr>
        <p:spPr>
          <a:xfrm>
            <a:off x="281874" y="4839681"/>
            <a:ext cx="1176925" cy="248209"/>
          </a:xfrm>
          <a:prstGeom prst="rect">
            <a:avLst/>
          </a:prstGeom>
          <a:noFill/>
        </p:spPr>
        <p:txBody>
          <a:bodyPr wrap="none" rtlCol="0">
            <a:spAutoFit/>
          </a:bodyPr>
          <a:lstStyle/>
          <a:p>
            <a:r>
              <a:rPr lang="en-US" sz="1013" dirty="0">
                <a:solidFill>
                  <a:schemeClr val="accent5">
                    <a:lumMod val="75000"/>
                  </a:schemeClr>
                </a:solidFill>
                <a:latin typeface="Arial Narrow" panose="020B0606020202030204" pitchFamily="34" charset="0"/>
              </a:rPr>
              <a:t>We Keep IT Green™</a:t>
            </a:r>
          </a:p>
        </p:txBody>
      </p:sp>
    </p:spTree>
    <p:extLst>
      <p:ext uri="{BB962C8B-B14F-4D97-AF65-F5344CB8AC3E}">
        <p14:creationId xmlns:p14="http://schemas.microsoft.com/office/powerpoint/2010/main" val="78840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BC452-0182-4564-A064-9650050919C9}"/>
              </a:ext>
            </a:extLst>
          </p:cNvPr>
          <p:cNvSpPr>
            <a:spLocks noGrp="1"/>
          </p:cNvSpPr>
          <p:nvPr>
            <p:ph type="title"/>
          </p:nvPr>
        </p:nvSpPr>
        <p:spPr/>
        <p:txBody>
          <a:bodyPr/>
          <a:lstStyle/>
          <a:p>
            <a:r>
              <a:rPr lang="zh-TW" altLang="en-US"/>
              <a:t>按一下以編輯母片標題樣式</a:t>
            </a:r>
            <a:endParaRPr lang="en-US"/>
          </a:p>
        </p:txBody>
      </p:sp>
      <p:sp>
        <p:nvSpPr>
          <p:cNvPr id="3" name="Slide Number Placeholder 2">
            <a:extLst>
              <a:ext uri="{FF2B5EF4-FFF2-40B4-BE49-F238E27FC236}">
                <a16:creationId xmlns:a16="http://schemas.microsoft.com/office/drawing/2014/main" id="{210DC974-164A-49EC-9EF7-163003FC486C}"/>
              </a:ext>
            </a:extLst>
          </p:cNvPr>
          <p:cNvSpPr>
            <a:spLocks noGrp="1"/>
          </p:cNvSpPr>
          <p:nvPr>
            <p:ph type="sldNum" sz="quarter" idx="10"/>
          </p:nvPr>
        </p:nvSpPr>
        <p:spPr>
          <a:xfrm>
            <a:off x="5486400" y="5391150"/>
            <a:ext cx="424472" cy="250368"/>
          </a:xfrm>
        </p:spPr>
        <p:txBody>
          <a:bodyPr/>
          <a:lstStyle/>
          <a:p>
            <a:fld id="{A241CA56-04D4-487E-9E31-9A10C01A108A}" type="slidenum">
              <a:rPr lang="en-US" smtClean="0"/>
              <a:pPr/>
              <a:t>‹#›</a:t>
            </a:fld>
            <a:endParaRPr lang="en-US" dirty="0"/>
          </a:p>
        </p:txBody>
      </p:sp>
      <p:sp>
        <p:nvSpPr>
          <p:cNvPr id="7" name="Content Placeholder 2">
            <a:extLst>
              <a:ext uri="{FF2B5EF4-FFF2-40B4-BE49-F238E27FC236}">
                <a16:creationId xmlns:a16="http://schemas.microsoft.com/office/drawing/2014/main" id="{31C51639-D8C4-4BB5-9976-67B5B3E55642}"/>
              </a:ext>
            </a:extLst>
          </p:cNvPr>
          <p:cNvSpPr>
            <a:spLocks noGrp="1"/>
          </p:cNvSpPr>
          <p:nvPr>
            <p:ph idx="1"/>
          </p:nvPr>
        </p:nvSpPr>
        <p:spPr>
          <a:xfrm>
            <a:off x="228600" y="595691"/>
            <a:ext cx="8682318" cy="4185860"/>
          </a:xfrm>
        </p:spPr>
        <p:txBody>
          <a:bodyPr/>
          <a:lstStyle/>
          <a:p>
            <a:pPr lvl="0"/>
            <a:r>
              <a:rPr lang="zh-TW" altLang="en-US"/>
              <a:t>按一下以編輯母片文字樣式</a:t>
            </a:r>
          </a:p>
          <a:p>
            <a:pPr lvl="1"/>
            <a:r>
              <a:rPr lang="zh-TW" altLang="en-US"/>
              <a:t>第二層</a:t>
            </a:r>
          </a:p>
          <a:p>
            <a:pPr lvl="2"/>
            <a:r>
              <a:rPr lang="zh-TW" altLang="en-US"/>
              <a:t>第三層</a:t>
            </a:r>
          </a:p>
        </p:txBody>
      </p:sp>
      <p:cxnSp>
        <p:nvCxnSpPr>
          <p:cNvPr id="9" name="Straight Connector 8">
            <a:extLst>
              <a:ext uri="{FF2B5EF4-FFF2-40B4-BE49-F238E27FC236}">
                <a16:creationId xmlns:a16="http://schemas.microsoft.com/office/drawing/2014/main" id="{563EC8F6-5EA6-44FF-A450-698F072DD266}"/>
              </a:ext>
            </a:extLst>
          </p:cNvPr>
          <p:cNvCxnSpPr>
            <a:cxnSpLocks/>
          </p:cNvCxnSpPr>
          <p:nvPr userDrawn="1"/>
        </p:nvCxnSpPr>
        <p:spPr>
          <a:xfrm>
            <a:off x="236669" y="543641"/>
            <a:ext cx="8694530"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文字方塊 3"/>
          <p:cNvSpPr txBox="1"/>
          <p:nvPr userDrawn="1"/>
        </p:nvSpPr>
        <p:spPr>
          <a:xfrm>
            <a:off x="8346440" y="4919166"/>
            <a:ext cx="309700" cy="215444"/>
          </a:xfrm>
          <a:prstGeom prst="rect">
            <a:avLst/>
          </a:prstGeom>
          <a:noFill/>
        </p:spPr>
        <p:txBody>
          <a:bodyPr wrap="none" rtlCol="0">
            <a:spAutoFit/>
          </a:bodyPr>
          <a:lstStyle/>
          <a:p>
            <a:fld id="{C75CA7FF-3607-4CA7-AA63-62C68445BBB7}" type="slidenum">
              <a:rPr lang="zh-TW" altLang="en-US" sz="800" smtClean="0">
                <a:solidFill>
                  <a:schemeClr val="bg1"/>
                </a:solidFill>
              </a:rPr>
              <a:t>‹#›</a:t>
            </a:fld>
            <a:endParaRPr lang="zh-TW" altLang="en-US" sz="800" dirty="0">
              <a:solidFill>
                <a:schemeClr val="bg1"/>
              </a:solidFill>
            </a:endParaRPr>
          </a:p>
        </p:txBody>
      </p:sp>
    </p:spTree>
    <p:extLst>
      <p:ext uri="{BB962C8B-B14F-4D97-AF65-F5344CB8AC3E}">
        <p14:creationId xmlns:p14="http://schemas.microsoft.com/office/powerpoint/2010/main" val="230150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Title 1"/>
          <p:cNvSpPr>
            <a:spLocks noGrp="1"/>
          </p:cNvSpPr>
          <p:nvPr>
            <p:ph type="title"/>
          </p:nvPr>
        </p:nvSpPr>
        <p:spPr>
          <a:xfrm>
            <a:off x="165400" y="95251"/>
            <a:ext cx="8782274" cy="400932"/>
          </a:xfrm>
        </p:spPr>
        <p:txBody>
          <a:bodyPr/>
          <a:lstStyle/>
          <a:p>
            <a:r>
              <a:rPr lang="zh-TW" altLang="en-US"/>
              <a:t>按一下以編輯母片標題樣式</a:t>
            </a:r>
            <a:endParaRPr lang="en-US" dirty="0"/>
          </a:p>
        </p:txBody>
      </p:sp>
      <p:sp>
        <p:nvSpPr>
          <p:cNvPr id="10" name="Table Placeholder 9"/>
          <p:cNvSpPr>
            <a:spLocks noGrp="1"/>
          </p:cNvSpPr>
          <p:nvPr>
            <p:ph type="tbl" sz="quarter" idx="13"/>
          </p:nvPr>
        </p:nvSpPr>
        <p:spPr>
          <a:xfrm>
            <a:off x="165400" y="583033"/>
            <a:ext cx="8782274" cy="4198517"/>
          </a:xfrm>
        </p:spPr>
        <p:txBody>
          <a:bodyPr/>
          <a:lstStyle>
            <a:lvl1pPr marL="0" indent="0">
              <a:buFont typeface="Arial" panose="020B0604020202020204" pitchFamily="34" charset="0"/>
              <a:buNone/>
              <a:defRPr/>
            </a:lvl1pPr>
          </a:lstStyle>
          <a:p>
            <a:r>
              <a:rPr lang="zh-TW" altLang="en-US"/>
              <a:t>按一下圖示以新增表格</a:t>
            </a:r>
            <a:endParaRPr lang="en-US" dirty="0"/>
          </a:p>
        </p:txBody>
      </p:sp>
      <p:cxnSp>
        <p:nvCxnSpPr>
          <p:cNvPr id="8" name="Straight Connector 7">
            <a:extLst>
              <a:ext uri="{FF2B5EF4-FFF2-40B4-BE49-F238E27FC236}">
                <a16:creationId xmlns:a16="http://schemas.microsoft.com/office/drawing/2014/main" id="{D2937694-6307-428B-915E-AE06C01C15A9}"/>
              </a:ext>
            </a:extLst>
          </p:cNvPr>
          <p:cNvCxnSpPr>
            <a:cxnSpLocks/>
          </p:cNvCxnSpPr>
          <p:nvPr userDrawn="1"/>
        </p:nvCxnSpPr>
        <p:spPr>
          <a:xfrm>
            <a:off x="165400" y="539608"/>
            <a:ext cx="8782274"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文字方塊 8"/>
          <p:cNvSpPr txBox="1"/>
          <p:nvPr userDrawn="1"/>
        </p:nvSpPr>
        <p:spPr>
          <a:xfrm>
            <a:off x="8346440" y="4919166"/>
            <a:ext cx="309700" cy="215444"/>
          </a:xfrm>
          <a:prstGeom prst="rect">
            <a:avLst/>
          </a:prstGeom>
          <a:noFill/>
        </p:spPr>
        <p:txBody>
          <a:bodyPr wrap="none" rtlCol="0">
            <a:spAutoFit/>
          </a:bodyPr>
          <a:lstStyle/>
          <a:p>
            <a:fld id="{C75CA7FF-3607-4CA7-AA63-62C68445BBB7}" type="slidenum">
              <a:rPr lang="zh-TW" altLang="en-US" sz="800" smtClean="0">
                <a:solidFill>
                  <a:schemeClr val="bg1"/>
                </a:solidFill>
              </a:rPr>
              <a:t>‹#›</a:t>
            </a:fld>
            <a:endParaRPr lang="zh-TW" altLang="en-US" sz="800" dirty="0">
              <a:solidFill>
                <a:schemeClr val="bg1"/>
              </a:solidFill>
            </a:endParaRPr>
          </a:p>
        </p:txBody>
      </p:sp>
    </p:spTree>
    <p:extLst>
      <p:ext uri="{BB962C8B-B14F-4D97-AF65-F5344CB8AC3E}">
        <p14:creationId xmlns:p14="http://schemas.microsoft.com/office/powerpoint/2010/main" val="1029613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1B447-0675-4861-B45A-71F33C8C08BC}"/>
              </a:ext>
            </a:extLst>
          </p:cNvPr>
          <p:cNvSpPr>
            <a:spLocks noGrp="1"/>
          </p:cNvSpPr>
          <p:nvPr>
            <p:ph type="title"/>
          </p:nvPr>
        </p:nvSpPr>
        <p:spPr>
          <a:xfrm>
            <a:off x="236668" y="3311910"/>
            <a:ext cx="8678732" cy="574880"/>
          </a:xfrm>
        </p:spPr>
        <p:txBody>
          <a:bodyPr/>
          <a:lstStyle/>
          <a:p>
            <a:r>
              <a:rPr lang="zh-TW" altLang="en-US"/>
              <a:t>按一下以編輯母片標題樣式</a:t>
            </a:r>
            <a:endParaRPr lang="en-US" dirty="0"/>
          </a:p>
        </p:txBody>
      </p:sp>
      <p:cxnSp>
        <p:nvCxnSpPr>
          <p:cNvPr id="4" name="Straight Connector 3">
            <a:extLst>
              <a:ext uri="{FF2B5EF4-FFF2-40B4-BE49-F238E27FC236}">
                <a16:creationId xmlns:a16="http://schemas.microsoft.com/office/drawing/2014/main" id="{75046CB4-5A9B-4406-A689-EC2101B5DAA6}"/>
              </a:ext>
            </a:extLst>
          </p:cNvPr>
          <p:cNvCxnSpPr>
            <a:cxnSpLocks/>
          </p:cNvCxnSpPr>
          <p:nvPr userDrawn="1"/>
        </p:nvCxnSpPr>
        <p:spPr>
          <a:xfrm>
            <a:off x="228937" y="3953970"/>
            <a:ext cx="8686463"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49B7DC00-6B4C-47C0-A84B-6A59D09C6CB4}"/>
              </a:ext>
            </a:extLst>
          </p:cNvPr>
          <p:cNvSpPr>
            <a:spLocks noGrp="1"/>
          </p:cNvSpPr>
          <p:nvPr>
            <p:ph type="body" idx="12"/>
          </p:nvPr>
        </p:nvSpPr>
        <p:spPr>
          <a:xfrm>
            <a:off x="228600" y="4021151"/>
            <a:ext cx="8686463" cy="342900"/>
          </a:xfrm>
        </p:spPr>
        <p:txBody>
          <a:bodyPr anchor="b"/>
          <a:lstStyle>
            <a:lvl1pPr marL="0" indent="0" algn="ctr">
              <a:buNone/>
              <a:defRPr sz="1800" b="0"/>
            </a:lvl1pPr>
            <a:lvl2pPr marL="342917" indent="0">
              <a:buNone/>
              <a:defRPr sz="1500" b="1"/>
            </a:lvl2pPr>
            <a:lvl3pPr marL="685835" indent="0">
              <a:buNone/>
              <a:defRPr sz="1350" b="1"/>
            </a:lvl3pPr>
            <a:lvl4pPr marL="1028752" indent="0">
              <a:buNone/>
              <a:defRPr sz="1200" b="1"/>
            </a:lvl4pPr>
            <a:lvl5pPr marL="1371668" indent="0">
              <a:buNone/>
              <a:defRPr sz="1200" b="1"/>
            </a:lvl5pPr>
            <a:lvl6pPr marL="1714586" indent="0">
              <a:buNone/>
              <a:defRPr sz="1200" b="1"/>
            </a:lvl6pPr>
            <a:lvl7pPr marL="2057503" indent="0">
              <a:buNone/>
              <a:defRPr sz="1200" b="1"/>
            </a:lvl7pPr>
            <a:lvl8pPr marL="2400420" indent="0">
              <a:buNone/>
              <a:defRPr sz="1200" b="1"/>
            </a:lvl8pPr>
            <a:lvl9pPr marL="2743337" indent="0">
              <a:buNone/>
              <a:defRPr sz="1200" b="1"/>
            </a:lvl9pPr>
          </a:lstStyle>
          <a:p>
            <a:pPr lvl="0"/>
            <a:r>
              <a:rPr lang="zh-TW" altLang="en-US"/>
              <a:t>按一下以編輯母片文字樣式</a:t>
            </a:r>
          </a:p>
        </p:txBody>
      </p:sp>
      <p:sp>
        <p:nvSpPr>
          <p:cNvPr id="6" name="文字方塊 5"/>
          <p:cNvSpPr txBox="1"/>
          <p:nvPr userDrawn="1"/>
        </p:nvSpPr>
        <p:spPr>
          <a:xfrm>
            <a:off x="8346440" y="4919166"/>
            <a:ext cx="309700" cy="215444"/>
          </a:xfrm>
          <a:prstGeom prst="rect">
            <a:avLst/>
          </a:prstGeom>
          <a:noFill/>
        </p:spPr>
        <p:txBody>
          <a:bodyPr wrap="none" rtlCol="0">
            <a:spAutoFit/>
          </a:bodyPr>
          <a:lstStyle/>
          <a:p>
            <a:fld id="{C75CA7FF-3607-4CA7-AA63-62C68445BBB7}" type="slidenum">
              <a:rPr lang="zh-TW" altLang="en-US" sz="800" smtClean="0">
                <a:solidFill>
                  <a:schemeClr val="bg1"/>
                </a:solidFill>
              </a:rPr>
              <a:t>‹#›</a:t>
            </a:fld>
            <a:endParaRPr lang="zh-TW" altLang="en-US" sz="800" dirty="0">
              <a:solidFill>
                <a:schemeClr val="bg1"/>
              </a:solidFill>
            </a:endParaRPr>
          </a:p>
        </p:txBody>
      </p:sp>
    </p:spTree>
    <p:extLst>
      <p:ext uri="{BB962C8B-B14F-4D97-AF65-F5344CB8AC3E}">
        <p14:creationId xmlns:p14="http://schemas.microsoft.com/office/powerpoint/2010/main" val="3771468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3" name="文字方塊 2"/>
          <p:cNvSpPr txBox="1"/>
          <p:nvPr userDrawn="1"/>
        </p:nvSpPr>
        <p:spPr>
          <a:xfrm>
            <a:off x="8346440" y="4919166"/>
            <a:ext cx="309700" cy="215444"/>
          </a:xfrm>
          <a:prstGeom prst="rect">
            <a:avLst/>
          </a:prstGeom>
          <a:noFill/>
        </p:spPr>
        <p:txBody>
          <a:bodyPr wrap="none" rtlCol="0">
            <a:spAutoFit/>
          </a:bodyPr>
          <a:lstStyle/>
          <a:p>
            <a:fld id="{C75CA7FF-3607-4CA7-AA63-62C68445BBB7}" type="slidenum">
              <a:rPr lang="zh-TW" altLang="en-US" sz="800" smtClean="0">
                <a:solidFill>
                  <a:schemeClr val="bg1"/>
                </a:solidFill>
              </a:rPr>
              <a:t>‹#›</a:t>
            </a:fld>
            <a:endParaRPr lang="zh-TW" altLang="en-US" sz="800" dirty="0">
              <a:solidFill>
                <a:schemeClr val="bg1"/>
              </a:solidFill>
            </a:endParaRPr>
          </a:p>
        </p:txBody>
      </p:sp>
    </p:spTree>
    <p:extLst>
      <p:ext uri="{BB962C8B-B14F-4D97-AF65-F5344CB8AC3E}">
        <p14:creationId xmlns:p14="http://schemas.microsoft.com/office/powerpoint/2010/main" val="353783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FD91B18-53D6-4A76-A9B3-AC863B7E90DF}"/>
              </a:ext>
            </a:extLst>
          </p:cNvPr>
          <p:cNvSpPr>
            <a:spLocks noGrp="1" noChangeArrowheads="1"/>
          </p:cNvSpPr>
          <p:nvPr>
            <p:ph type="subTitle" idx="1" hasCustomPrompt="1"/>
          </p:nvPr>
        </p:nvSpPr>
        <p:spPr>
          <a:xfrm>
            <a:off x="2447957" y="2571750"/>
            <a:ext cx="4208105" cy="342900"/>
          </a:xfrm>
        </p:spPr>
        <p:txBody>
          <a:bodyPr/>
          <a:lstStyle>
            <a:lvl1pPr marL="0" indent="0" algn="ctr">
              <a:buFont typeface="Wingdings" pitchFamily="2" charset="2"/>
              <a:buNone/>
              <a:defRPr sz="1350" baseline="0">
                <a:solidFill>
                  <a:schemeClr val="tx2"/>
                </a:solidFill>
              </a:defRPr>
            </a:lvl1pPr>
          </a:lstStyle>
          <a:p>
            <a:r>
              <a:rPr lang="en-US" dirty="0"/>
              <a:t>Product Page Hyperlink</a:t>
            </a:r>
          </a:p>
        </p:txBody>
      </p:sp>
      <p:cxnSp>
        <p:nvCxnSpPr>
          <p:cNvPr id="5" name="Straight Connector 4">
            <a:extLst>
              <a:ext uri="{FF2B5EF4-FFF2-40B4-BE49-F238E27FC236}">
                <a16:creationId xmlns:a16="http://schemas.microsoft.com/office/drawing/2014/main" id="{0D66858C-C25E-4067-AE7E-DB7BEF25D71D}"/>
              </a:ext>
            </a:extLst>
          </p:cNvPr>
          <p:cNvCxnSpPr/>
          <p:nvPr userDrawn="1"/>
        </p:nvCxnSpPr>
        <p:spPr>
          <a:xfrm>
            <a:off x="2426963" y="2514600"/>
            <a:ext cx="4229100"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257D0A9-A3B0-46B4-B8FC-05CDA51356B2}"/>
              </a:ext>
            </a:extLst>
          </p:cNvPr>
          <p:cNvSpPr/>
          <p:nvPr userDrawn="1"/>
        </p:nvSpPr>
        <p:spPr>
          <a:xfrm>
            <a:off x="3536140" y="1876303"/>
            <a:ext cx="2117887" cy="646331"/>
          </a:xfrm>
          <a:prstGeom prst="rect">
            <a:avLst/>
          </a:prstGeom>
        </p:spPr>
        <p:txBody>
          <a:bodyPr wrap="none">
            <a:spAutoFit/>
          </a:bodyPr>
          <a:lstStyle/>
          <a:p>
            <a:r>
              <a:rPr kumimoji="0" lang="en-US" sz="3600" b="1" i="0" u="none" strike="noStrike" kern="0" cap="none" spc="0" normalizeH="0" baseline="0" noProof="0" dirty="0">
                <a:ln>
                  <a:noFill/>
                </a:ln>
                <a:solidFill>
                  <a:schemeClr val="tx2"/>
                </a:solidFill>
                <a:effectLst/>
                <a:uLnTx/>
                <a:uFillTx/>
                <a:latin typeface="Arial Narrow" pitchFamily="34" charset="0"/>
                <a:ea typeface="+mj-ea"/>
                <a:cs typeface="+mj-cs"/>
              </a:rPr>
              <a:t>Thank You</a:t>
            </a:r>
            <a:endParaRPr lang="en-US" sz="2700" dirty="0">
              <a:solidFill>
                <a:schemeClr val="tx2"/>
              </a:solidFill>
            </a:endParaRPr>
          </a:p>
        </p:txBody>
      </p:sp>
      <p:sp>
        <p:nvSpPr>
          <p:cNvPr id="7" name="TextBox 6">
            <a:extLst>
              <a:ext uri="{FF2B5EF4-FFF2-40B4-BE49-F238E27FC236}">
                <a16:creationId xmlns:a16="http://schemas.microsoft.com/office/drawing/2014/main" id="{B4665121-E2D6-447F-A2BF-B8891F76A00D}"/>
              </a:ext>
            </a:extLst>
          </p:cNvPr>
          <p:cNvSpPr txBox="1"/>
          <p:nvPr userDrawn="1"/>
        </p:nvSpPr>
        <p:spPr>
          <a:xfrm>
            <a:off x="2447956" y="2944750"/>
            <a:ext cx="4208105" cy="346249"/>
          </a:xfrm>
          <a:prstGeom prst="rect">
            <a:avLst/>
          </a:prstGeom>
          <a:noFill/>
        </p:spPr>
        <p:txBody>
          <a:bodyPr wrap="square" rtlCol="0">
            <a:spAutoFit/>
          </a:bodyPr>
          <a:lstStyle/>
          <a:p>
            <a:pPr algn="ctr"/>
            <a:r>
              <a:rPr lang="en-US" sz="825" dirty="0">
                <a:solidFill>
                  <a:schemeClr val="tx2"/>
                </a:solidFill>
              </a:rPr>
              <a:t>For</a:t>
            </a:r>
            <a:r>
              <a:rPr lang="en-US" sz="825" baseline="0" dirty="0">
                <a:solidFill>
                  <a:schemeClr val="tx2"/>
                </a:solidFill>
              </a:rPr>
              <a:t> more information, visit www.supermicro.com or contact marketing@supermicro.com</a:t>
            </a:r>
            <a:endParaRPr lang="en-US" sz="825" dirty="0">
              <a:solidFill>
                <a:schemeClr val="tx2"/>
              </a:solidFill>
            </a:endParaRPr>
          </a:p>
        </p:txBody>
      </p:sp>
      <p:sp>
        <p:nvSpPr>
          <p:cNvPr id="8" name="文字方塊 7"/>
          <p:cNvSpPr txBox="1"/>
          <p:nvPr userDrawn="1"/>
        </p:nvSpPr>
        <p:spPr>
          <a:xfrm>
            <a:off x="8346440" y="4919166"/>
            <a:ext cx="309700" cy="215444"/>
          </a:xfrm>
          <a:prstGeom prst="rect">
            <a:avLst/>
          </a:prstGeom>
          <a:noFill/>
        </p:spPr>
        <p:txBody>
          <a:bodyPr wrap="none" rtlCol="0">
            <a:spAutoFit/>
          </a:bodyPr>
          <a:lstStyle/>
          <a:p>
            <a:fld id="{C75CA7FF-3607-4CA7-AA63-62C68445BBB7}" type="slidenum">
              <a:rPr lang="zh-TW" altLang="en-US" sz="800" smtClean="0">
                <a:solidFill>
                  <a:schemeClr val="bg1"/>
                </a:solidFill>
              </a:rPr>
              <a:t>‹#›</a:t>
            </a:fld>
            <a:endParaRPr lang="zh-TW" altLang="en-US" sz="800" dirty="0">
              <a:solidFill>
                <a:schemeClr val="bg1"/>
              </a:solidFill>
            </a:endParaRPr>
          </a:p>
        </p:txBody>
      </p:sp>
    </p:spTree>
    <p:extLst>
      <p:ext uri="{BB962C8B-B14F-4D97-AF65-F5344CB8AC3E}">
        <p14:creationId xmlns:p14="http://schemas.microsoft.com/office/powerpoint/2010/main" val="205110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65F2222-7DDC-48C3-88B2-784ED972EDC9}"/>
              </a:ext>
            </a:extLst>
          </p:cNvPr>
          <p:cNvSpPr>
            <a:spLocks noGrp="1"/>
          </p:cNvSpPr>
          <p:nvPr>
            <p:ph type="sldNum" sz="quarter" idx="10"/>
          </p:nvPr>
        </p:nvSpPr>
        <p:spPr/>
        <p:txBody>
          <a:bodyPr/>
          <a:lstStyle/>
          <a:p>
            <a:fld id="{A241CA56-04D4-487E-9E31-9A10C01A108A}" type="slidenum">
              <a:rPr lang="en-US" smtClean="0"/>
              <a:pPr/>
              <a:t>‹#›</a:t>
            </a:fld>
            <a:endParaRPr lang="en-US" dirty="0"/>
          </a:p>
        </p:txBody>
      </p:sp>
      <p:sp>
        <p:nvSpPr>
          <p:cNvPr id="4" name="Rectangle 3">
            <a:extLst>
              <a:ext uri="{FF2B5EF4-FFF2-40B4-BE49-F238E27FC236}">
                <a16:creationId xmlns:a16="http://schemas.microsoft.com/office/drawing/2014/main" id="{750F9F1D-4047-4CD2-A386-D33A27BF9BCC}"/>
              </a:ext>
            </a:extLst>
          </p:cNvPr>
          <p:cNvSpPr/>
          <p:nvPr userDrawn="1"/>
        </p:nvSpPr>
        <p:spPr>
          <a:xfrm>
            <a:off x="1780248" y="1047287"/>
            <a:ext cx="5729161" cy="2881110"/>
          </a:xfrm>
          <a:prstGeom prst="rect">
            <a:avLst/>
          </a:prstGeom>
        </p:spPr>
        <p:txBody>
          <a:bodyPr wrap="square">
            <a:spAutoFit/>
          </a:bodyPr>
          <a:lstStyle/>
          <a:p>
            <a:r>
              <a:rPr lang="en-US" sz="788" b="1" dirty="0">
                <a:solidFill>
                  <a:schemeClr val="tx2"/>
                </a:solidFill>
                <a:latin typeface="Arial" pitchFamily="34" charset="0"/>
                <a:cs typeface="Arial" pitchFamily="34" charset="0"/>
              </a:rPr>
              <a:t>Disclaimer </a:t>
            </a:r>
          </a:p>
          <a:p>
            <a:r>
              <a:rPr lang="en-US" sz="788" b="0" dirty="0">
                <a:solidFill>
                  <a:schemeClr val="tx2"/>
                </a:solidFill>
                <a:latin typeface="Arial" pitchFamily="34" charset="0"/>
                <a:cs typeface="Arial" pitchFamily="34" charset="0"/>
              </a:rPr>
              <a:t>Super Micro Computer, Inc. may make changes to specifications and product descriptions at any time, without notice. The information presented in this document is for informational purposes only and may contain technical inaccuracies, omissions and typographical errors. Any performance tests and ratings are measured using systems that reflect the approximate performance of Super Micro Computer, Inc. products as measured by those tests. Any differences in software or hardware configuration may affect actual performance, and Super Micro Computer, Inc. does not control the design or implementation of third party benchmarks or websites referenced in this document. The information contained herein is subject to change and may be rendered inaccurate for many reasons, including but not limited to any changes in product and/or roadmap, component and hardware revision changes, new model and/or product releases, software changes, firmware changes, or the like. Super Micro Computer, Inc. assumes no obligation to update or otherwise correct or revise this information. </a:t>
            </a:r>
          </a:p>
          <a:p>
            <a:r>
              <a:rPr lang="en-US" sz="788" b="0" dirty="0">
                <a:solidFill>
                  <a:schemeClr val="tx2"/>
                </a:solidFill>
                <a:latin typeface="Arial" pitchFamily="34" charset="0"/>
                <a:cs typeface="Arial" pitchFamily="34" charset="0"/>
              </a:rPr>
              <a:t> </a:t>
            </a:r>
          </a:p>
          <a:p>
            <a:r>
              <a:rPr lang="en-US" sz="788" b="0" dirty="0">
                <a:solidFill>
                  <a:schemeClr val="tx2"/>
                </a:solidFill>
                <a:latin typeface="Arial" pitchFamily="34" charset="0"/>
                <a:cs typeface="Arial" pitchFamily="34" charset="0"/>
              </a:rPr>
              <a:t>SUPER MICRO COMPUTER, INC. MAKES NO REPRESENTATIONS OR WARRANTIES WITH RESPECT TO THE CONTENTS HEREOF AND ASSUMES NO RESPONSIBILITY FOR ANY INACCURACIES, ERRORS OR OMISSIONS THAT MAY APPEAR IN THIS INFORMATION.</a:t>
            </a:r>
          </a:p>
          <a:p>
            <a:r>
              <a:rPr lang="en-US" sz="788" b="0" dirty="0">
                <a:solidFill>
                  <a:schemeClr val="tx2"/>
                </a:solidFill>
                <a:latin typeface="Arial" pitchFamily="34" charset="0"/>
                <a:cs typeface="Arial" pitchFamily="34" charset="0"/>
              </a:rPr>
              <a:t> </a:t>
            </a:r>
          </a:p>
          <a:p>
            <a:r>
              <a:rPr lang="en-US" sz="788" b="0" dirty="0">
                <a:solidFill>
                  <a:schemeClr val="tx2"/>
                </a:solidFill>
                <a:latin typeface="Arial" pitchFamily="34" charset="0"/>
                <a:cs typeface="Arial" pitchFamily="34" charset="0"/>
              </a:rPr>
              <a:t>SUPER MICRO COMPUTER, INC. SPECIFICALLY DISCLAIMS ANY IMPLIED WARRANTIES OF MERCHANTABILITY OR FITNESS FOR ANY PARTICULAR PURPOSE. IN NO EVENT WILL SUPER MICRO COMPUTER, INC. BE LIABLE TO ANY PERSON FOR ANY DIRECT, INDIRECT, SPECIAL OR OTHER CONSEQUENTIAL DAMAGES ARISING FROM THE USE OF ANY INFORMATION CONTAINED HEREIN, EVEN IF SUPER MICRO COMPUTER, Inc. IS EXPRESSLY ADVISED OF THE POSSIBILITY OF SUCH DAMAGES.</a:t>
            </a:r>
          </a:p>
          <a:p>
            <a:r>
              <a:rPr lang="en-US" sz="788" b="0" dirty="0">
                <a:solidFill>
                  <a:schemeClr val="tx2"/>
                </a:solidFill>
                <a:latin typeface="Arial" pitchFamily="34" charset="0"/>
                <a:cs typeface="Arial" pitchFamily="34" charset="0"/>
              </a:rPr>
              <a:t> </a:t>
            </a:r>
          </a:p>
          <a:p>
            <a:r>
              <a:rPr lang="en-US" sz="788" b="1" dirty="0">
                <a:solidFill>
                  <a:schemeClr val="tx2"/>
                </a:solidFill>
                <a:latin typeface="Arial" pitchFamily="34" charset="0"/>
                <a:cs typeface="Arial" pitchFamily="34" charset="0"/>
              </a:rPr>
              <a:t>ATTRIBUTION</a:t>
            </a:r>
          </a:p>
          <a:p>
            <a:r>
              <a:rPr lang="en-US" sz="788" b="0" dirty="0">
                <a:solidFill>
                  <a:schemeClr val="tx2"/>
                </a:solidFill>
                <a:latin typeface="Arial" pitchFamily="34" charset="0"/>
                <a:cs typeface="Arial" pitchFamily="34" charset="0"/>
              </a:rPr>
              <a:t>© 2019 Super Micro Computer, Inc.  All rights reserved.</a:t>
            </a:r>
          </a:p>
        </p:txBody>
      </p:sp>
    </p:spTree>
    <p:extLst>
      <p:ext uri="{BB962C8B-B14F-4D97-AF65-F5344CB8AC3E}">
        <p14:creationId xmlns:p14="http://schemas.microsoft.com/office/powerpoint/2010/main" val="4020079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90550"/>
            <a:ext cx="8229600" cy="4343400"/>
          </a:xfrm>
        </p:spPr>
        <p:txBody>
          <a:bodyPr/>
          <a:lstStyle>
            <a:lvl1pPr>
              <a:defRPr sz="1600" b="1"/>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920325" y="91678"/>
            <a:ext cx="7303350" cy="365522"/>
          </a:xfrm>
        </p:spPr>
        <p:txBody>
          <a:bodyPr/>
          <a:lstStyle/>
          <a:p>
            <a:r>
              <a:rPr lang="en-US"/>
              <a:t>Click to edit Master title style</a:t>
            </a:r>
            <a:endParaRPr lang="en-US" dirty="0"/>
          </a:p>
        </p:txBody>
      </p:sp>
      <p:cxnSp>
        <p:nvCxnSpPr>
          <p:cNvPr id="5" name="Straight Connector 4"/>
          <p:cNvCxnSpPr/>
          <p:nvPr userDrawn="1"/>
        </p:nvCxnSpPr>
        <p:spPr>
          <a:xfrm>
            <a:off x="920325" y="504825"/>
            <a:ext cx="7303350"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文字方塊 5"/>
          <p:cNvSpPr txBox="1"/>
          <p:nvPr userDrawn="1"/>
        </p:nvSpPr>
        <p:spPr>
          <a:xfrm>
            <a:off x="8346440" y="4919166"/>
            <a:ext cx="309700" cy="215444"/>
          </a:xfrm>
          <a:prstGeom prst="rect">
            <a:avLst/>
          </a:prstGeom>
          <a:noFill/>
        </p:spPr>
        <p:txBody>
          <a:bodyPr wrap="none" rtlCol="0">
            <a:spAutoFit/>
          </a:bodyPr>
          <a:lstStyle/>
          <a:p>
            <a:fld id="{C75CA7FF-3607-4CA7-AA63-62C68445BBB7}" type="slidenum">
              <a:rPr lang="zh-TW" altLang="en-US" sz="800" smtClean="0">
                <a:solidFill>
                  <a:schemeClr val="bg1"/>
                </a:solidFill>
              </a:rPr>
              <a:t>‹#›</a:t>
            </a:fld>
            <a:endParaRPr lang="zh-TW" altLang="en-US" sz="800" dirty="0">
              <a:solidFill>
                <a:schemeClr val="bg1"/>
              </a:solidFill>
            </a:endParaRPr>
          </a:p>
        </p:txBody>
      </p:sp>
    </p:spTree>
    <p:extLst>
      <p:ext uri="{BB962C8B-B14F-4D97-AF65-F5344CB8AC3E}">
        <p14:creationId xmlns:p14="http://schemas.microsoft.com/office/powerpoint/2010/main" val="275914807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581400" y="380999"/>
            <a:ext cx="5257800" cy="685800"/>
          </a:xfrm>
        </p:spPr>
        <p:txBody>
          <a:bodyPr/>
          <a:lstStyle>
            <a:lvl1pPr algn="r">
              <a:defRPr sz="3200">
                <a:solidFill>
                  <a:schemeClr val="accent6"/>
                </a:solidFill>
              </a:defRPr>
            </a:lvl1pPr>
          </a:lstStyle>
          <a:p>
            <a:r>
              <a:rPr lang="en-US"/>
              <a:t>Click to edit Master title style</a:t>
            </a:r>
            <a:endParaRPr lang="en-US" dirty="0"/>
          </a:p>
        </p:txBody>
      </p:sp>
      <p:sp>
        <p:nvSpPr>
          <p:cNvPr id="3075" name="Rectangle 3"/>
          <p:cNvSpPr>
            <a:spLocks noGrp="1" noChangeArrowheads="1"/>
          </p:cNvSpPr>
          <p:nvPr>
            <p:ph type="subTitle" idx="1"/>
          </p:nvPr>
        </p:nvSpPr>
        <p:spPr>
          <a:xfrm>
            <a:off x="4724400" y="1219199"/>
            <a:ext cx="4114800" cy="457200"/>
          </a:xfrm>
        </p:spPr>
        <p:txBody>
          <a:bodyPr/>
          <a:lstStyle>
            <a:lvl1pPr marL="0" indent="0" algn="r">
              <a:buFont typeface="Wingdings" pitchFamily="2" charset="2"/>
              <a:buNone/>
              <a:defRPr sz="2000">
                <a:solidFill>
                  <a:schemeClr val="accent6"/>
                </a:solidFill>
              </a:defRPr>
            </a:lvl1pPr>
          </a:lstStyle>
          <a:p>
            <a:r>
              <a:rPr lang="en-US"/>
              <a:t>Click to edit Master subtitle style</a:t>
            </a:r>
            <a:endParaRPr lang="en-US" dirty="0"/>
          </a:p>
        </p:txBody>
      </p:sp>
      <p:cxnSp>
        <p:nvCxnSpPr>
          <p:cNvPr id="3" name="Straight Connector 2"/>
          <p:cNvCxnSpPr/>
          <p:nvPr userDrawn="1"/>
        </p:nvCxnSpPr>
        <p:spPr>
          <a:xfrm>
            <a:off x="3581400" y="1142999"/>
            <a:ext cx="5257800"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Picture Placeholder 3"/>
          <p:cNvSpPr>
            <a:spLocks noGrp="1"/>
          </p:cNvSpPr>
          <p:nvPr>
            <p:ph type="pic" sz="quarter" idx="10" hasCustomPrompt="1"/>
          </p:nvPr>
        </p:nvSpPr>
        <p:spPr>
          <a:xfrm>
            <a:off x="4800600" y="2419350"/>
            <a:ext cx="4038600" cy="2057400"/>
          </a:xfrm>
        </p:spPr>
        <p:txBody>
          <a:bodyPr/>
          <a:lstStyle>
            <a:lvl1pPr marL="0" indent="0">
              <a:buNone/>
              <a:defRPr baseline="0"/>
            </a:lvl1pPr>
          </a:lstStyle>
          <a:p>
            <a:r>
              <a:rPr lang="en-US" dirty="0"/>
              <a:t>Click to add product picture</a:t>
            </a:r>
          </a:p>
        </p:txBody>
      </p:sp>
      <p:sp>
        <p:nvSpPr>
          <p:cNvPr id="6" name="Text Placeholder 5"/>
          <p:cNvSpPr>
            <a:spLocks noGrp="1"/>
          </p:cNvSpPr>
          <p:nvPr>
            <p:ph type="body" sz="quarter" idx="11" hasCustomPrompt="1"/>
          </p:nvPr>
        </p:nvSpPr>
        <p:spPr>
          <a:xfrm>
            <a:off x="4724400" y="1752599"/>
            <a:ext cx="4114800" cy="228600"/>
          </a:xfrm>
        </p:spPr>
        <p:txBody>
          <a:bodyPr/>
          <a:lstStyle>
            <a:lvl1pPr marL="0" indent="0" algn="r">
              <a:buNone/>
              <a:defRPr sz="1200" baseline="0"/>
            </a:lvl1pPr>
          </a:lstStyle>
          <a:p>
            <a:pPr lvl="0"/>
            <a:r>
              <a:rPr lang="en-US" dirty="0"/>
              <a:t>Presenter #1</a:t>
            </a:r>
          </a:p>
        </p:txBody>
      </p:sp>
      <p:sp>
        <p:nvSpPr>
          <p:cNvPr id="13" name="Text Placeholder 5"/>
          <p:cNvSpPr>
            <a:spLocks noGrp="1"/>
          </p:cNvSpPr>
          <p:nvPr>
            <p:ph type="body" sz="quarter" idx="12" hasCustomPrompt="1"/>
          </p:nvPr>
        </p:nvSpPr>
        <p:spPr>
          <a:xfrm>
            <a:off x="4724400" y="2057401"/>
            <a:ext cx="4114800" cy="228600"/>
          </a:xfrm>
        </p:spPr>
        <p:txBody>
          <a:bodyPr/>
          <a:lstStyle>
            <a:lvl1pPr marL="0" indent="0" algn="r">
              <a:buNone/>
              <a:defRPr sz="1200" baseline="0"/>
            </a:lvl1pPr>
          </a:lstStyle>
          <a:p>
            <a:pPr lvl="0"/>
            <a:r>
              <a:rPr lang="en-US" dirty="0"/>
              <a:t>Presenter #2</a:t>
            </a:r>
          </a:p>
        </p:txBody>
      </p:sp>
      <p:sp>
        <p:nvSpPr>
          <p:cNvPr id="10" name="TextBox 9"/>
          <p:cNvSpPr txBox="1"/>
          <p:nvPr userDrawn="1"/>
        </p:nvSpPr>
        <p:spPr>
          <a:xfrm>
            <a:off x="6705600" y="4866501"/>
            <a:ext cx="1361719" cy="276999"/>
          </a:xfrm>
          <a:prstGeom prst="rect">
            <a:avLst/>
          </a:prstGeom>
          <a:noFill/>
        </p:spPr>
        <p:txBody>
          <a:bodyPr wrap="none" rtlCol="0">
            <a:spAutoFit/>
          </a:bodyPr>
          <a:lstStyle/>
          <a:p>
            <a:r>
              <a:rPr lang="en-US" sz="1200" dirty="0">
                <a:solidFill>
                  <a:srgbClr val="32913F"/>
                </a:solidFill>
                <a:latin typeface="Arial Narrow" panose="020B0606020202030204" pitchFamily="34" charset="0"/>
              </a:rPr>
              <a:t>We Keep</a:t>
            </a:r>
            <a:r>
              <a:rPr lang="en-US" sz="1200" baseline="0" dirty="0">
                <a:solidFill>
                  <a:srgbClr val="32913F"/>
                </a:solidFill>
                <a:latin typeface="Arial Narrow" panose="020B0606020202030204" pitchFamily="34" charset="0"/>
              </a:rPr>
              <a:t> IT Green™</a:t>
            </a:r>
            <a:endParaRPr lang="en-US" sz="1200" dirty="0">
              <a:solidFill>
                <a:srgbClr val="32913F"/>
              </a:solidFill>
              <a:latin typeface="Arial Narrow" panose="020B0606020202030204" pitchFamily="34" charset="0"/>
            </a:endParaRPr>
          </a:p>
        </p:txBody>
      </p:sp>
      <p:sp>
        <p:nvSpPr>
          <p:cNvPr id="9" name="文字方塊 8"/>
          <p:cNvSpPr txBox="1"/>
          <p:nvPr userDrawn="1"/>
        </p:nvSpPr>
        <p:spPr>
          <a:xfrm>
            <a:off x="8346440" y="4947106"/>
            <a:ext cx="309700" cy="215444"/>
          </a:xfrm>
          <a:prstGeom prst="rect">
            <a:avLst/>
          </a:prstGeom>
          <a:noFill/>
        </p:spPr>
        <p:txBody>
          <a:bodyPr wrap="none" rtlCol="0">
            <a:spAutoFit/>
          </a:bodyPr>
          <a:lstStyle/>
          <a:p>
            <a:fld id="{C75CA7FF-3607-4CA7-AA63-62C68445BBB7}" type="slidenum">
              <a:rPr lang="zh-TW" altLang="en-US" sz="800" smtClean="0">
                <a:solidFill>
                  <a:schemeClr val="bg1"/>
                </a:solidFill>
              </a:rPr>
              <a:t>‹#›</a:t>
            </a:fld>
            <a:endParaRPr lang="zh-TW" altLang="en-US" sz="800" dirty="0">
              <a:solidFill>
                <a:schemeClr val="bg1"/>
              </a:solidFill>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18"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17" Type="http://schemas.openxmlformats.org/officeDocument/2006/relationships/image" Target="../media/image7.png"/><Relationship Id="rId2" Type="http://schemas.openxmlformats.org/officeDocument/2006/relationships/slideLayout" Target="../slideLayouts/slideLayout2.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4924806"/>
            <a:ext cx="9144000" cy="237744"/>
          </a:xfrm>
          <a:prstGeom prst="rect">
            <a:avLst/>
          </a:prstGeom>
          <a:gradFill flip="none" rotWithShape="1">
            <a:gsLst>
              <a:gs pos="0">
                <a:schemeClr val="accent4"/>
              </a:gs>
              <a:gs pos="54000">
                <a:schemeClr val="accent2"/>
              </a:gs>
              <a:gs pos="100000">
                <a:schemeClr val="tx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2025"/>
          </a:p>
        </p:txBody>
      </p:sp>
      <p:sp>
        <p:nvSpPr>
          <p:cNvPr id="2" name="Title Placeholder 1"/>
          <p:cNvSpPr>
            <a:spLocks noGrp="1"/>
          </p:cNvSpPr>
          <p:nvPr>
            <p:ph type="title"/>
          </p:nvPr>
        </p:nvSpPr>
        <p:spPr>
          <a:xfrm>
            <a:off x="236669" y="89257"/>
            <a:ext cx="8686799" cy="402335"/>
          </a:xfrm>
          <a:prstGeom prst="rect">
            <a:avLst/>
          </a:prstGeom>
        </p:spPr>
        <p:txBody>
          <a:bodyPr vert="horz" lIns="91440" tIns="45720" rIns="91440" bIns="45720" rtlCol="0" anchor="ctr">
            <a:no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236668" y="599142"/>
            <a:ext cx="8686800" cy="4167662"/>
          </a:xfrm>
          <a:prstGeom prst="rect">
            <a:avLst/>
          </a:prstGeom>
        </p:spPr>
        <p:txBody>
          <a:bodyPr vert="horz" lIns="91440" tIns="45720" rIns="91440" bIns="45720" rtlCol="0">
            <a:noAutofit/>
          </a:bodyPr>
          <a:lstStyle/>
          <a:p>
            <a:pPr lvl="0"/>
            <a:r>
              <a:rPr lang="en-US" dirty="0"/>
              <a:t>Edit Master text styles</a:t>
            </a:r>
          </a:p>
          <a:p>
            <a:pPr lvl="1"/>
            <a:r>
              <a:rPr lang="en-US" dirty="0"/>
              <a:t> Second level</a:t>
            </a:r>
          </a:p>
          <a:p>
            <a:pPr lvl="2"/>
            <a:r>
              <a:rPr lang="en-US" dirty="0"/>
              <a:t> Third level</a:t>
            </a:r>
          </a:p>
        </p:txBody>
      </p:sp>
      <p:grpSp>
        <p:nvGrpSpPr>
          <p:cNvPr id="8" name="Group 7"/>
          <p:cNvGrpSpPr/>
          <p:nvPr/>
        </p:nvGrpSpPr>
        <p:grpSpPr>
          <a:xfrm>
            <a:off x="8241738" y="4961538"/>
            <a:ext cx="398597" cy="154870"/>
            <a:chOff x="16647205" y="9899572"/>
            <a:chExt cx="455135" cy="283464"/>
          </a:xfrm>
        </p:grpSpPr>
        <p:sp>
          <p:nvSpPr>
            <p:cNvPr id="9" name="Hexagon 8"/>
            <p:cNvSpPr/>
            <p:nvPr userDrawn="1"/>
          </p:nvSpPr>
          <p:spPr>
            <a:xfrm>
              <a:off x="16773155" y="9899572"/>
              <a:ext cx="329185" cy="283464"/>
            </a:xfrm>
            <a:prstGeom prst="hexagon">
              <a:avLst/>
            </a:prstGeom>
            <a:solidFill>
              <a:schemeClr val="accent4">
                <a:lumMod val="50000"/>
              </a:schemeClr>
            </a:solidFill>
            <a:ln w="12700" cmpd="sng">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11" indent="-228611" algn="ctr">
                <a:buFontTx/>
                <a:buBlip>
                  <a:blip r:embed="rId11"/>
                </a:buBlip>
              </a:pPr>
              <a:endParaRPr lang="en-US" sz="900" baseline="0" dirty="0"/>
            </a:p>
          </p:txBody>
        </p:sp>
        <p:cxnSp>
          <p:nvCxnSpPr>
            <p:cNvPr id="10" name="Straight Connector 9"/>
            <p:cNvCxnSpPr/>
            <p:nvPr userDrawn="1"/>
          </p:nvCxnSpPr>
          <p:spPr>
            <a:xfrm flipH="1">
              <a:off x="16706218" y="10041304"/>
              <a:ext cx="66919" cy="0"/>
            </a:xfrm>
            <a:prstGeom prst="line">
              <a:avLst/>
            </a:prstGeom>
            <a:ln w="158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1" name="Hexagon 10"/>
            <p:cNvSpPr/>
            <p:nvPr userDrawn="1"/>
          </p:nvSpPr>
          <p:spPr>
            <a:xfrm flipH="1">
              <a:off x="16647205" y="10015895"/>
              <a:ext cx="59013" cy="50817"/>
            </a:xfrm>
            <a:prstGeom prst="hexagon">
              <a:avLst/>
            </a:prstGeom>
            <a:noFill/>
            <a:ln w="12700" cmpd="sng">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11" indent="-228611" algn="ctr">
                <a:buFontTx/>
                <a:buBlip>
                  <a:blip r:embed="rId11"/>
                </a:buBlip>
              </a:pPr>
              <a:endParaRPr lang="en-US" sz="900" baseline="0" dirty="0"/>
            </a:p>
          </p:txBody>
        </p:sp>
      </p:grpSp>
      <p:sp>
        <p:nvSpPr>
          <p:cNvPr id="6" name="Slide Number Placeholder 5"/>
          <p:cNvSpPr>
            <a:spLocks noGrp="1"/>
          </p:cNvSpPr>
          <p:nvPr>
            <p:ph type="sldNum" sz="quarter" idx="4"/>
          </p:nvPr>
        </p:nvSpPr>
        <p:spPr>
          <a:xfrm>
            <a:off x="8289083" y="4919265"/>
            <a:ext cx="424472" cy="250368"/>
          </a:xfrm>
          <a:prstGeom prst="rect">
            <a:avLst/>
          </a:prstGeom>
        </p:spPr>
        <p:txBody>
          <a:bodyPr vert="horz" lIns="91440" tIns="45720" rIns="91440" bIns="45720" rtlCol="0" anchor="ctr"/>
          <a:lstStyle>
            <a:lvl1pPr algn="ctr">
              <a:defRPr sz="700">
                <a:solidFill>
                  <a:schemeClr val="bg1"/>
                </a:solidFill>
              </a:defRPr>
            </a:lvl1pPr>
          </a:lstStyle>
          <a:p>
            <a:fld id="{A241CA56-04D4-487E-9E31-9A10C01A108A}" type="slidenum">
              <a:rPr lang="en-US" smtClean="0"/>
              <a:pPr/>
              <a:t>‹#›</a:t>
            </a:fld>
            <a:endParaRPr lang="en-US" dirty="0"/>
          </a:p>
        </p:txBody>
      </p:sp>
      <p:sp>
        <p:nvSpPr>
          <p:cNvPr id="16" name="TextBox 15"/>
          <p:cNvSpPr txBox="1"/>
          <p:nvPr/>
        </p:nvSpPr>
        <p:spPr>
          <a:xfrm>
            <a:off x="7551539" y="5025786"/>
            <a:ext cx="854063" cy="169277"/>
          </a:xfrm>
          <a:prstGeom prst="rect">
            <a:avLst/>
          </a:prstGeom>
          <a:noFill/>
        </p:spPr>
        <p:txBody>
          <a:bodyPr wrap="square" rtlCol="0">
            <a:spAutoFit/>
          </a:bodyPr>
          <a:lstStyle/>
          <a:p>
            <a:pPr algn="ctr"/>
            <a:r>
              <a:rPr lang="en-US" sz="500" dirty="0">
                <a:solidFill>
                  <a:schemeClr val="bg1"/>
                </a:solidFill>
                <a:latin typeface="Arial" panose="020B0604020202020204" pitchFamily="34" charset="0"/>
                <a:cs typeface="Arial" panose="020B0604020202020204" pitchFamily="34" charset="0"/>
              </a:rPr>
              <a:t>© 2020 Supermicro</a:t>
            </a:r>
            <a:r>
              <a:rPr lang="en-US" sz="250" baseline="0" dirty="0">
                <a:solidFill>
                  <a:schemeClr val="bg1"/>
                </a:solidFill>
                <a:latin typeface="Arial" panose="020B0604020202020204" pitchFamily="34" charset="0"/>
                <a:cs typeface="Arial" panose="020B0604020202020204" pitchFamily="34" charset="0"/>
              </a:rPr>
              <a:t> </a:t>
            </a:r>
            <a:r>
              <a:rPr lang="en-US" sz="250" kern="1200" spc="0" baseline="80000" dirty="0">
                <a:solidFill>
                  <a:schemeClr val="bg1"/>
                </a:solidFill>
                <a:latin typeface="Arial" panose="020B0604020202020204" pitchFamily="34" charset="0"/>
                <a:cs typeface="Arial" panose="020B0604020202020204" pitchFamily="34" charset="0"/>
              </a:rPr>
              <a:t>®</a:t>
            </a:r>
          </a:p>
        </p:txBody>
      </p:sp>
      <p:pic>
        <p:nvPicPr>
          <p:cNvPr id="18" name="Picture 1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336418" y="97958"/>
            <a:ext cx="700764" cy="357928"/>
          </a:xfrm>
          <a:prstGeom prst="rect">
            <a:avLst/>
          </a:prstGeom>
        </p:spPr>
      </p:pic>
      <p:grpSp>
        <p:nvGrpSpPr>
          <p:cNvPr id="19" name="Group 18"/>
          <p:cNvGrpSpPr/>
          <p:nvPr/>
        </p:nvGrpSpPr>
        <p:grpSpPr>
          <a:xfrm>
            <a:off x="-565" y="4933216"/>
            <a:ext cx="2459833" cy="176972"/>
            <a:chOff x="-704295" y="9863697"/>
            <a:chExt cx="4919666" cy="353944"/>
          </a:xfrm>
        </p:grpSpPr>
        <p:grpSp>
          <p:nvGrpSpPr>
            <p:cNvPr id="20" name="Group 19"/>
            <p:cNvGrpSpPr/>
            <p:nvPr userDrawn="1"/>
          </p:nvGrpSpPr>
          <p:grpSpPr>
            <a:xfrm>
              <a:off x="-704295" y="9911477"/>
              <a:ext cx="4776882" cy="283464"/>
              <a:chOff x="13454144" y="9884332"/>
              <a:chExt cx="4776882" cy="283464"/>
            </a:xfrm>
          </p:grpSpPr>
          <p:sp>
            <p:nvSpPr>
              <p:cNvPr id="22" name="Hexagon 21"/>
              <p:cNvSpPr/>
              <p:nvPr userDrawn="1"/>
            </p:nvSpPr>
            <p:spPr>
              <a:xfrm>
                <a:off x="15936130" y="9884332"/>
                <a:ext cx="2294896" cy="283464"/>
              </a:xfrm>
              <a:prstGeom prst="hexagon">
                <a:avLst/>
              </a:prstGeom>
              <a:solidFill>
                <a:schemeClr val="bg1">
                  <a:alpha val="50000"/>
                </a:schemeClr>
              </a:solidFill>
              <a:ln w="254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aseline="0" dirty="0"/>
              </a:p>
            </p:txBody>
          </p:sp>
          <p:cxnSp>
            <p:nvCxnSpPr>
              <p:cNvPr id="23" name="Straight Connector 22"/>
              <p:cNvCxnSpPr/>
              <p:nvPr userDrawn="1"/>
            </p:nvCxnSpPr>
            <p:spPr>
              <a:xfrm flipH="1">
                <a:off x="13454144" y="10026064"/>
                <a:ext cx="2481986"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userDrawn="1"/>
          </p:nvSpPr>
          <p:spPr>
            <a:xfrm>
              <a:off x="1740599" y="9863697"/>
              <a:ext cx="2474772" cy="353944"/>
            </a:xfrm>
            <a:prstGeom prst="rect">
              <a:avLst/>
            </a:prstGeom>
            <a:noFill/>
            <a:ln>
              <a:noFill/>
            </a:ln>
          </p:spPr>
          <p:style>
            <a:lnRef idx="0">
              <a:scrgbClr r="0" g="0" b="0"/>
            </a:lnRef>
            <a:fillRef idx="0">
              <a:scrgbClr r="0" g="0" b="0"/>
            </a:fillRef>
            <a:effectRef idx="0">
              <a:scrgbClr r="0" g="0" b="0"/>
            </a:effectRef>
            <a:fontRef idx="minor">
              <a:schemeClr val="accent2"/>
            </a:fontRef>
          </p:style>
          <p:txBody>
            <a:bodyPr wrap="square" rtlCol="0">
              <a:spAutoFit/>
            </a:bodyPr>
            <a:lstStyle/>
            <a:p>
              <a:r>
                <a:rPr lang="en-US" sz="550" b="0" dirty="0">
                  <a:solidFill>
                    <a:srgbClr val="FF0000"/>
                  </a:solidFill>
                </a:rPr>
                <a:t>SUPERMICRO CONFIDENTIAL</a:t>
              </a:r>
            </a:p>
          </p:txBody>
        </p:sp>
      </p:grpSp>
      <p:sp>
        <p:nvSpPr>
          <p:cNvPr id="57" name="TextBox 56"/>
          <p:cNvSpPr txBox="1"/>
          <p:nvPr/>
        </p:nvSpPr>
        <p:spPr>
          <a:xfrm>
            <a:off x="8986108" y="4810988"/>
            <a:ext cx="144173" cy="207749"/>
          </a:xfrm>
          <a:prstGeom prst="rect">
            <a:avLst/>
          </a:prstGeom>
          <a:noFill/>
        </p:spPr>
        <p:txBody>
          <a:bodyPr wrap="square" rtlCol="0">
            <a:spAutoFit/>
          </a:bodyPr>
          <a:lstStyle/>
          <a:p>
            <a:pPr algn="ctr"/>
            <a:r>
              <a:rPr lang="en-US" sz="250" kern="1200" spc="0" baseline="0" dirty="0">
                <a:solidFill>
                  <a:schemeClr val="bg1"/>
                </a:solidFill>
                <a:latin typeface="Arial" panose="020B0604020202020204" pitchFamily="34" charset="0"/>
                <a:cs typeface="Arial" panose="020B0604020202020204" pitchFamily="34" charset="0"/>
              </a:rPr>
              <a:t>3.0</a:t>
            </a:r>
            <a:endParaRPr lang="en-US" sz="250" kern="1200" spc="0" baseline="80000" dirty="0">
              <a:solidFill>
                <a:schemeClr val="bg1"/>
              </a:solidFill>
              <a:latin typeface="Arial" panose="020B0604020202020204" pitchFamily="34" charset="0"/>
              <a:cs typeface="Arial" panose="020B0604020202020204" pitchFamily="34" charset="0"/>
            </a:endParaRPr>
          </a:p>
        </p:txBody>
      </p:sp>
      <p:pic>
        <p:nvPicPr>
          <p:cNvPr id="24" name="Picture 23"/>
          <p:cNvPicPr>
            <a:picLocks noChangeAspect="1"/>
          </p:cNvPicPr>
          <p:nvPr/>
        </p:nvPicPr>
        <p:blipFill>
          <a:blip r:embed="rId13" cstate="screen">
            <a:extLst>
              <a:ext uri="{28A0092B-C50C-407E-A947-70E740481C1C}">
                <a14:useLocalDpi xmlns:a14="http://schemas.microsoft.com/office/drawing/2010/main" val="0"/>
              </a:ext>
            </a:extLst>
          </a:blip>
          <a:stretch>
            <a:fillRect/>
          </a:stretch>
        </p:blipFill>
        <p:spPr>
          <a:xfrm>
            <a:off x="8663176" y="4781550"/>
            <a:ext cx="471080" cy="357928"/>
          </a:xfrm>
          <a:prstGeom prst="rect">
            <a:avLst/>
          </a:prstGeom>
        </p:spPr>
      </p:pic>
      <p:pic>
        <p:nvPicPr>
          <p:cNvPr id="12" name="Picture 11"/>
          <p:cNvPicPr>
            <a:picLocks noChangeAspect="1"/>
          </p:cNvPicPr>
          <p:nvPr/>
        </p:nvPicPr>
        <p:blipFill rotWithShape="1">
          <a:blip r:embed="rId14" cstate="screen">
            <a:extLst>
              <a:ext uri="{28A0092B-C50C-407E-A947-70E740481C1C}">
                <a14:useLocalDpi xmlns:a14="http://schemas.microsoft.com/office/drawing/2010/main"/>
              </a:ext>
            </a:extLst>
          </a:blip>
          <a:srcRect/>
          <a:stretch/>
        </p:blipFill>
        <p:spPr>
          <a:xfrm>
            <a:off x="-82641" y="4737674"/>
            <a:ext cx="1417320" cy="425196"/>
          </a:xfrm>
          <a:prstGeom prst="rect">
            <a:avLst/>
          </a:prstGeom>
        </p:spPr>
      </p:pic>
    </p:spTree>
    <p:extLst>
      <p:ext uri="{BB962C8B-B14F-4D97-AF65-F5344CB8AC3E}">
        <p14:creationId xmlns:p14="http://schemas.microsoft.com/office/powerpoint/2010/main" val="416815289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hf hdr="0"/>
  <p:txStyles>
    <p:titleStyle>
      <a:lvl1pPr algn="ctr" defTabSz="685835" rtl="0" eaLnBrk="1" latinLnBrk="0" hangingPunct="1">
        <a:lnSpc>
          <a:spcPct val="90000"/>
        </a:lnSpc>
        <a:spcBef>
          <a:spcPct val="0"/>
        </a:spcBef>
        <a:buNone/>
        <a:defRPr sz="2700" b="1" kern="1200">
          <a:solidFill>
            <a:srgbClr val="002060"/>
          </a:solidFill>
          <a:latin typeface="Arial Narrow" panose="020B0606020202030204" pitchFamily="34" charset="0"/>
          <a:ea typeface="+mj-ea"/>
          <a:cs typeface="+mj-cs"/>
        </a:defRPr>
      </a:lvl1pPr>
    </p:titleStyle>
    <p:bodyStyle>
      <a:lvl1pPr marL="228611" indent="-228611" algn="l" defTabSz="685835" rtl="0" eaLnBrk="1" latinLnBrk="0" hangingPunct="1">
        <a:lnSpc>
          <a:spcPct val="90000"/>
        </a:lnSpc>
        <a:spcBef>
          <a:spcPts val="750"/>
        </a:spcBef>
        <a:buSzPct val="65000"/>
        <a:buFontTx/>
        <a:buBlip>
          <a:blip r:embed="rId15"/>
        </a:buBlip>
        <a:defRPr sz="1800" b="1" kern="1200">
          <a:solidFill>
            <a:srgbClr val="002060"/>
          </a:solidFill>
          <a:latin typeface="Arial Narrow" panose="020B0606020202030204" pitchFamily="34" charset="0"/>
          <a:ea typeface="+mn-ea"/>
          <a:cs typeface="+mn-cs"/>
        </a:defRPr>
      </a:lvl1pPr>
      <a:lvl2pPr marL="514376" indent="-171458" algn="l" defTabSz="685835" rtl="0" eaLnBrk="1" latinLnBrk="0" hangingPunct="1">
        <a:lnSpc>
          <a:spcPct val="90000"/>
        </a:lnSpc>
        <a:spcBef>
          <a:spcPts val="375"/>
        </a:spcBef>
        <a:buSzPct val="65000"/>
        <a:buFontTx/>
        <a:buBlip>
          <a:blip r:embed="rId16"/>
        </a:buBlip>
        <a:defRPr sz="1500" kern="1200">
          <a:solidFill>
            <a:srgbClr val="002060"/>
          </a:solidFill>
          <a:latin typeface="Arial Narrow" panose="020B0606020202030204" pitchFamily="34" charset="0"/>
          <a:ea typeface="+mn-ea"/>
          <a:cs typeface="+mn-cs"/>
        </a:defRPr>
      </a:lvl2pPr>
      <a:lvl3pPr marL="857293" indent="-171458" algn="l" defTabSz="685835" rtl="0" eaLnBrk="1" latinLnBrk="0" hangingPunct="1">
        <a:lnSpc>
          <a:spcPct val="90000"/>
        </a:lnSpc>
        <a:spcBef>
          <a:spcPts val="375"/>
        </a:spcBef>
        <a:buSzPct val="65000"/>
        <a:buFontTx/>
        <a:buBlip>
          <a:blip r:embed="rId17"/>
        </a:buBlip>
        <a:defRPr sz="1350" kern="1200">
          <a:solidFill>
            <a:srgbClr val="002060"/>
          </a:solidFill>
          <a:latin typeface="Arial Narrow" panose="020B0606020202030204" pitchFamily="34" charset="0"/>
          <a:ea typeface="+mn-ea"/>
          <a:cs typeface="+mn-cs"/>
        </a:defRPr>
      </a:lvl3pPr>
      <a:lvl4pPr marL="1028752" indent="0" algn="l" defTabSz="685835" rtl="0" eaLnBrk="1" latinLnBrk="0" hangingPunct="1">
        <a:lnSpc>
          <a:spcPct val="90000"/>
        </a:lnSpc>
        <a:spcBef>
          <a:spcPts val="375"/>
        </a:spcBef>
        <a:buSzPct val="65000"/>
        <a:buFontTx/>
        <a:buNone/>
        <a:defRPr sz="1350" kern="1200">
          <a:solidFill>
            <a:schemeClr val="tx1"/>
          </a:solidFill>
          <a:latin typeface="+mn-lt"/>
          <a:ea typeface="+mn-ea"/>
          <a:cs typeface="+mn-cs"/>
        </a:defRPr>
      </a:lvl4pPr>
      <a:lvl5pPr marL="1543127" indent="-171458" algn="l" defTabSz="685835" rtl="0" eaLnBrk="1" latinLnBrk="0" hangingPunct="1">
        <a:lnSpc>
          <a:spcPct val="90000"/>
        </a:lnSpc>
        <a:spcBef>
          <a:spcPts val="375"/>
        </a:spcBef>
        <a:buSzPct val="65000"/>
        <a:buFontTx/>
        <a:buBlip>
          <a:blip r:embed="rId18"/>
        </a:buBlip>
        <a:defRPr sz="1350" kern="1200">
          <a:solidFill>
            <a:schemeClr val="tx1"/>
          </a:solidFill>
          <a:latin typeface="+mn-lt"/>
          <a:ea typeface="+mn-ea"/>
          <a:cs typeface="+mn-cs"/>
        </a:defRPr>
      </a:lvl5pPr>
      <a:lvl6pPr marL="1886045"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962"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878"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96" indent="-171458" algn="l" defTabSz="68583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35" rtl="0" eaLnBrk="1" latinLnBrk="0" hangingPunct="1">
        <a:defRPr sz="1350" kern="1200">
          <a:solidFill>
            <a:schemeClr val="tx1"/>
          </a:solidFill>
          <a:latin typeface="+mn-lt"/>
          <a:ea typeface="+mn-ea"/>
          <a:cs typeface="+mn-cs"/>
        </a:defRPr>
      </a:lvl1pPr>
      <a:lvl2pPr marL="342917" algn="l" defTabSz="685835" rtl="0" eaLnBrk="1" latinLnBrk="0" hangingPunct="1">
        <a:defRPr sz="1350" kern="1200">
          <a:solidFill>
            <a:schemeClr val="tx1"/>
          </a:solidFill>
          <a:latin typeface="+mn-lt"/>
          <a:ea typeface="+mn-ea"/>
          <a:cs typeface="+mn-cs"/>
        </a:defRPr>
      </a:lvl2pPr>
      <a:lvl3pPr marL="685835" algn="l" defTabSz="685835" rtl="0" eaLnBrk="1" latinLnBrk="0" hangingPunct="1">
        <a:defRPr sz="1350" kern="1200">
          <a:solidFill>
            <a:schemeClr val="tx1"/>
          </a:solidFill>
          <a:latin typeface="+mn-lt"/>
          <a:ea typeface="+mn-ea"/>
          <a:cs typeface="+mn-cs"/>
        </a:defRPr>
      </a:lvl3pPr>
      <a:lvl4pPr marL="1028752" algn="l" defTabSz="685835" rtl="0" eaLnBrk="1" latinLnBrk="0" hangingPunct="1">
        <a:defRPr sz="1350" kern="1200">
          <a:solidFill>
            <a:schemeClr val="tx1"/>
          </a:solidFill>
          <a:latin typeface="+mn-lt"/>
          <a:ea typeface="+mn-ea"/>
          <a:cs typeface="+mn-cs"/>
        </a:defRPr>
      </a:lvl4pPr>
      <a:lvl5pPr marL="1371668" algn="l" defTabSz="685835" rtl="0" eaLnBrk="1" latinLnBrk="0" hangingPunct="1">
        <a:defRPr sz="1350" kern="1200">
          <a:solidFill>
            <a:schemeClr val="tx1"/>
          </a:solidFill>
          <a:latin typeface="+mn-lt"/>
          <a:ea typeface="+mn-ea"/>
          <a:cs typeface="+mn-cs"/>
        </a:defRPr>
      </a:lvl5pPr>
      <a:lvl6pPr marL="1714586" algn="l" defTabSz="685835" rtl="0" eaLnBrk="1" latinLnBrk="0" hangingPunct="1">
        <a:defRPr sz="1350" kern="1200">
          <a:solidFill>
            <a:schemeClr val="tx1"/>
          </a:solidFill>
          <a:latin typeface="+mn-lt"/>
          <a:ea typeface="+mn-ea"/>
          <a:cs typeface="+mn-cs"/>
        </a:defRPr>
      </a:lvl6pPr>
      <a:lvl7pPr marL="2057503" algn="l" defTabSz="685835" rtl="0" eaLnBrk="1" latinLnBrk="0" hangingPunct="1">
        <a:defRPr sz="1350" kern="1200">
          <a:solidFill>
            <a:schemeClr val="tx1"/>
          </a:solidFill>
          <a:latin typeface="+mn-lt"/>
          <a:ea typeface="+mn-ea"/>
          <a:cs typeface="+mn-cs"/>
        </a:defRPr>
      </a:lvl7pPr>
      <a:lvl8pPr marL="2400420" algn="l" defTabSz="685835" rtl="0" eaLnBrk="1" latinLnBrk="0" hangingPunct="1">
        <a:defRPr sz="1350" kern="1200">
          <a:solidFill>
            <a:schemeClr val="tx1"/>
          </a:solidFill>
          <a:latin typeface="+mn-lt"/>
          <a:ea typeface="+mn-ea"/>
          <a:cs typeface="+mn-cs"/>
        </a:defRPr>
      </a:lvl8pPr>
      <a:lvl9pPr marL="2743337" algn="l" defTabSz="685835"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30" userDrawn="1">
          <p15:clr>
            <a:srgbClr val="F26B43"/>
          </p15:clr>
        </p15:guide>
        <p15:guide id="2" pos="4325" userDrawn="1">
          <p15:clr>
            <a:srgbClr val="F26B43"/>
          </p15:clr>
        </p15:guide>
        <p15:guide id="3" pos="8424" userDrawn="1">
          <p15:clr>
            <a:srgbClr val="F26B43"/>
          </p15:clr>
        </p15:guide>
        <p15:guide id="4" pos="216" userDrawn="1">
          <p15:clr>
            <a:srgbClr val="F26B43"/>
          </p15:clr>
        </p15:guide>
        <p15:guide id="5" orient="horz" pos="630" userDrawn="1">
          <p15:clr>
            <a:srgbClr val="F26B43"/>
          </p15:clr>
        </p15:guide>
        <p15:guide id="6" orient="horz" pos="4518" userDrawn="1">
          <p15:clr>
            <a:srgbClr val="F26B43"/>
          </p15:clr>
        </p15:guide>
        <p15:guide id="7" orient="horz" pos="19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047750"/>
            <a:ext cx="8077200" cy="721670"/>
          </a:xfrm>
        </p:spPr>
        <p:txBody>
          <a:bodyPr>
            <a:noAutofit/>
          </a:bodyPr>
          <a:lstStyle/>
          <a:p>
            <a:r>
              <a:rPr lang="en-US" sz="2400" dirty="0">
                <a:latin typeface="Calibri" panose="020F0502020204030204" pitchFamily="34" charset="0"/>
                <a:cs typeface="Calibri" panose="020F0502020204030204" pitchFamily="34" charset="0"/>
              </a:rPr>
              <a:t>CPLD </a:t>
            </a:r>
            <a:r>
              <a:rPr lang="en-US" altLang="zh-TW" sz="2400" dirty="0">
                <a:latin typeface="Calibri" panose="020F0502020204030204" pitchFamily="34" charset="0"/>
                <a:cs typeface="Calibri" panose="020F0502020204030204" pitchFamily="34" charset="0"/>
              </a:rPr>
              <a:t>ADC Question</a:t>
            </a:r>
            <a:endParaRPr lang="en-US" sz="2400" dirty="0">
              <a:latin typeface="Calibri" panose="020F0502020204030204" pitchFamily="34" charset="0"/>
              <a:cs typeface="Calibri" panose="020F0502020204030204" pitchFamily="34" charset="0"/>
            </a:endParaRPr>
          </a:p>
        </p:txBody>
      </p:sp>
      <p:sp>
        <p:nvSpPr>
          <p:cNvPr id="3" name="TextBox 2"/>
          <p:cNvSpPr txBox="1"/>
          <p:nvPr/>
        </p:nvSpPr>
        <p:spPr>
          <a:xfrm>
            <a:off x="3352800" y="1885950"/>
            <a:ext cx="2675732" cy="923330"/>
          </a:xfrm>
          <a:prstGeom prst="rect">
            <a:avLst/>
          </a:prstGeom>
          <a:noFill/>
        </p:spPr>
        <p:txBody>
          <a:bodyPr wrap="none" rtlCol="0">
            <a:spAutoFit/>
          </a:bodyPr>
          <a:lstStyle/>
          <a:p>
            <a:r>
              <a:rPr lang="en-US" dirty="0"/>
              <a:t>Haru Chen</a:t>
            </a:r>
          </a:p>
          <a:p>
            <a:r>
              <a:rPr lang="en-US" dirty="0"/>
              <a:t>haruc@Supermicro.com</a:t>
            </a:r>
          </a:p>
          <a:p>
            <a:r>
              <a:rPr lang="en-US" dirty="0"/>
              <a:t>1/30/2026</a:t>
            </a:r>
          </a:p>
        </p:txBody>
      </p:sp>
    </p:spTree>
    <p:extLst>
      <p:ext uri="{BB962C8B-B14F-4D97-AF65-F5344CB8AC3E}">
        <p14:creationId xmlns:p14="http://schemas.microsoft.com/office/powerpoint/2010/main" val="2983574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B4D84B-283A-23BE-431C-FD9C4F9FBF8E}"/>
              </a:ext>
            </a:extLst>
          </p:cNvPr>
          <p:cNvSpPr>
            <a:spLocks noGrp="1"/>
          </p:cNvSpPr>
          <p:nvPr>
            <p:ph type="title"/>
          </p:nvPr>
        </p:nvSpPr>
        <p:spPr/>
        <p:txBody>
          <a:bodyPr/>
          <a:lstStyle/>
          <a:p>
            <a:r>
              <a:rPr lang="en-US" altLang="zh-TW" dirty="0"/>
              <a:t>ADC Structure</a:t>
            </a:r>
            <a:endParaRPr lang="zh-TW" altLang="en-US" dirty="0"/>
          </a:p>
        </p:txBody>
      </p:sp>
      <p:sp>
        <p:nvSpPr>
          <p:cNvPr id="3" name="投影片編號版面配置區 2">
            <a:extLst>
              <a:ext uri="{FF2B5EF4-FFF2-40B4-BE49-F238E27FC236}">
                <a16:creationId xmlns:a16="http://schemas.microsoft.com/office/drawing/2014/main" id="{D5CF6523-8DC3-E0AD-1AFB-FAE3FC3892CB}"/>
              </a:ext>
            </a:extLst>
          </p:cNvPr>
          <p:cNvSpPr>
            <a:spLocks noGrp="1"/>
          </p:cNvSpPr>
          <p:nvPr>
            <p:ph type="sldNum" sz="quarter" idx="10"/>
          </p:nvPr>
        </p:nvSpPr>
        <p:spPr/>
        <p:txBody>
          <a:bodyPr/>
          <a:lstStyle/>
          <a:p>
            <a:fld id="{A241CA56-04D4-487E-9E31-9A10C01A108A}" type="slidenum">
              <a:rPr lang="en-US" smtClean="0"/>
              <a:pPr/>
              <a:t>2</a:t>
            </a:fld>
            <a:endParaRPr lang="en-US" dirty="0"/>
          </a:p>
        </p:txBody>
      </p:sp>
      <p:sp>
        <p:nvSpPr>
          <p:cNvPr id="5" name="內容版面配置區 4">
            <a:extLst>
              <a:ext uri="{FF2B5EF4-FFF2-40B4-BE49-F238E27FC236}">
                <a16:creationId xmlns:a16="http://schemas.microsoft.com/office/drawing/2014/main" id="{78553FE9-4D5D-6965-AA0B-49024F55DF64}"/>
              </a:ext>
            </a:extLst>
          </p:cNvPr>
          <p:cNvSpPr>
            <a:spLocks noGrp="1"/>
          </p:cNvSpPr>
          <p:nvPr>
            <p:ph idx="1"/>
          </p:nvPr>
        </p:nvSpPr>
        <p:spPr>
          <a:xfrm>
            <a:off x="228600" y="671891"/>
            <a:ext cx="8610600" cy="3042859"/>
          </a:xfrm>
        </p:spPr>
        <p:txBody>
          <a:bodyPr>
            <a:normAutofit/>
          </a:bodyPr>
          <a:lstStyle/>
          <a:p>
            <a:pPr>
              <a:buSzPct val="100000"/>
              <a:buFont typeface="Arial" panose="020B0604020202020204" pitchFamily="34" charset="0"/>
              <a:buChar char="•"/>
            </a:pPr>
            <a:r>
              <a:rPr lang="en-US" dirty="0"/>
              <a:t>In the document “Simple Sigma-delta ADC Reference Design”, the LVDS input is used as a comparator.</a:t>
            </a:r>
          </a:p>
        </p:txBody>
      </p:sp>
      <p:pic>
        <p:nvPicPr>
          <p:cNvPr id="6" name="Picture 5">
            <a:extLst>
              <a:ext uri="{FF2B5EF4-FFF2-40B4-BE49-F238E27FC236}">
                <a16:creationId xmlns:a16="http://schemas.microsoft.com/office/drawing/2014/main" id="{C25CE55E-771D-DDCE-E271-4DBCD02059C3}"/>
              </a:ext>
            </a:extLst>
          </p:cNvPr>
          <p:cNvPicPr>
            <a:picLocks noChangeAspect="1"/>
          </p:cNvPicPr>
          <p:nvPr/>
        </p:nvPicPr>
        <p:blipFill>
          <a:blip r:embed="rId2"/>
          <a:stretch>
            <a:fillRect/>
          </a:stretch>
        </p:blipFill>
        <p:spPr>
          <a:xfrm>
            <a:off x="3657600" y="2848694"/>
            <a:ext cx="3352802" cy="1732112"/>
          </a:xfrm>
          <a:prstGeom prst="rect">
            <a:avLst/>
          </a:prstGeom>
        </p:spPr>
      </p:pic>
      <p:pic>
        <p:nvPicPr>
          <p:cNvPr id="8" name="Picture 7">
            <a:extLst>
              <a:ext uri="{FF2B5EF4-FFF2-40B4-BE49-F238E27FC236}">
                <a16:creationId xmlns:a16="http://schemas.microsoft.com/office/drawing/2014/main" id="{CB7B4C3D-A9AA-D700-2253-1C0724289CD4}"/>
              </a:ext>
            </a:extLst>
          </p:cNvPr>
          <p:cNvPicPr>
            <a:picLocks noChangeAspect="1"/>
          </p:cNvPicPr>
          <p:nvPr/>
        </p:nvPicPr>
        <p:blipFill>
          <a:blip r:embed="rId3"/>
          <a:stretch>
            <a:fillRect/>
          </a:stretch>
        </p:blipFill>
        <p:spPr>
          <a:xfrm>
            <a:off x="500672" y="1291468"/>
            <a:ext cx="5410200" cy="1308138"/>
          </a:xfrm>
          <a:prstGeom prst="rect">
            <a:avLst/>
          </a:prstGeom>
        </p:spPr>
      </p:pic>
    </p:spTree>
    <p:extLst>
      <p:ext uri="{BB962C8B-B14F-4D97-AF65-F5344CB8AC3E}">
        <p14:creationId xmlns:p14="http://schemas.microsoft.com/office/powerpoint/2010/main" val="1612572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0B1F1-FBC4-F3C1-7096-8394BD1FD8E5}"/>
              </a:ext>
            </a:extLst>
          </p:cNvPr>
          <p:cNvSpPr>
            <a:spLocks noGrp="1"/>
          </p:cNvSpPr>
          <p:nvPr>
            <p:ph type="title"/>
          </p:nvPr>
        </p:nvSpPr>
        <p:spPr/>
        <p:txBody>
          <a:bodyPr/>
          <a:lstStyle/>
          <a:p>
            <a:r>
              <a:rPr lang="en-US" dirty="0"/>
              <a:t>LVDS Pin</a:t>
            </a:r>
          </a:p>
        </p:txBody>
      </p:sp>
      <p:sp>
        <p:nvSpPr>
          <p:cNvPr id="3" name="Slide Number Placeholder 2">
            <a:extLst>
              <a:ext uri="{FF2B5EF4-FFF2-40B4-BE49-F238E27FC236}">
                <a16:creationId xmlns:a16="http://schemas.microsoft.com/office/drawing/2014/main" id="{62C6C4AE-6B18-3E0D-E9C8-4EF789372D93}"/>
              </a:ext>
            </a:extLst>
          </p:cNvPr>
          <p:cNvSpPr>
            <a:spLocks noGrp="1"/>
          </p:cNvSpPr>
          <p:nvPr>
            <p:ph type="sldNum" sz="quarter" idx="10"/>
          </p:nvPr>
        </p:nvSpPr>
        <p:spPr/>
        <p:txBody>
          <a:bodyPr/>
          <a:lstStyle/>
          <a:p>
            <a:fld id="{A241CA56-04D4-487E-9E31-9A10C01A108A}" type="slidenum">
              <a:rPr lang="en-US" smtClean="0"/>
              <a:pPr/>
              <a:t>3</a:t>
            </a:fld>
            <a:endParaRPr lang="en-US" dirty="0"/>
          </a:p>
        </p:txBody>
      </p:sp>
      <p:sp>
        <p:nvSpPr>
          <p:cNvPr id="4" name="Content Placeholder 3">
            <a:extLst>
              <a:ext uri="{FF2B5EF4-FFF2-40B4-BE49-F238E27FC236}">
                <a16:creationId xmlns:a16="http://schemas.microsoft.com/office/drawing/2014/main" id="{E4B25B60-FE63-89F2-C072-5EF6856FE3B1}"/>
              </a:ext>
            </a:extLst>
          </p:cNvPr>
          <p:cNvSpPr>
            <a:spLocks noGrp="1"/>
          </p:cNvSpPr>
          <p:nvPr>
            <p:ph idx="1"/>
          </p:nvPr>
        </p:nvSpPr>
        <p:spPr/>
        <p:txBody>
          <a:bodyPr/>
          <a:lstStyle/>
          <a:p>
            <a:r>
              <a:rPr lang="en-US" dirty="0"/>
              <a:t>According to the document “LVDS Tunneling Protocol and Interface (LTPI) User Guide,” the LVDS pin assignments are as follows:</a:t>
            </a:r>
          </a:p>
          <a:p>
            <a:pPr lvl="1"/>
            <a:r>
              <a:rPr lang="en-US" dirty="0"/>
              <a:t>The input LVDS uses </a:t>
            </a:r>
            <a:r>
              <a:rPr lang="en-US" b="1" dirty="0" err="1"/>
              <a:t>PBxxA</a:t>
            </a:r>
            <a:r>
              <a:rPr lang="en-US" b="1" dirty="0"/>
              <a:t> / </a:t>
            </a:r>
            <a:r>
              <a:rPr lang="en-US" b="1" dirty="0" err="1"/>
              <a:t>PBxxB</a:t>
            </a:r>
            <a:r>
              <a:rPr lang="en-US" dirty="0"/>
              <a:t>.</a:t>
            </a:r>
          </a:p>
          <a:p>
            <a:pPr lvl="1"/>
            <a:r>
              <a:rPr lang="en-US" dirty="0"/>
              <a:t>The output LVDS uses </a:t>
            </a:r>
            <a:r>
              <a:rPr lang="en-US" b="1" dirty="0" err="1"/>
              <a:t>PTxxA</a:t>
            </a:r>
            <a:r>
              <a:rPr lang="en-US" b="1" dirty="0"/>
              <a:t> / </a:t>
            </a:r>
            <a:r>
              <a:rPr lang="en-US" b="1" dirty="0" err="1"/>
              <a:t>PTxxB</a:t>
            </a:r>
            <a:r>
              <a:rPr lang="en-US" dirty="0"/>
              <a:t>.</a:t>
            </a:r>
          </a:p>
        </p:txBody>
      </p:sp>
      <p:pic>
        <p:nvPicPr>
          <p:cNvPr id="8" name="Picture 7">
            <a:extLst>
              <a:ext uri="{FF2B5EF4-FFF2-40B4-BE49-F238E27FC236}">
                <a16:creationId xmlns:a16="http://schemas.microsoft.com/office/drawing/2014/main" id="{E4DFB0D2-ED77-E82F-8C8D-9B10E40DF36B}"/>
              </a:ext>
            </a:extLst>
          </p:cNvPr>
          <p:cNvPicPr>
            <a:picLocks noChangeAspect="1"/>
          </p:cNvPicPr>
          <p:nvPr/>
        </p:nvPicPr>
        <p:blipFill>
          <a:blip r:embed="rId2"/>
          <a:stretch>
            <a:fillRect/>
          </a:stretch>
        </p:blipFill>
        <p:spPr>
          <a:xfrm>
            <a:off x="457200" y="2343150"/>
            <a:ext cx="7948722" cy="1991574"/>
          </a:xfrm>
          <a:prstGeom prst="rect">
            <a:avLst/>
          </a:prstGeom>
        </p:spPr>
      </p:pic>
    </p:spTree>
    <p:extLst>
      <p:ext uri="{BB962C8B-B14F-4D97-AF65-F5344CB8AC3E}">
        <p14:creationId xmlns:p14="http://schemas.microsoft.com/office/powerpoint/2010/main" val="604065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8A53-32C6-55B2-23A8-2D4EE1FCE207}"/>
              </a:ext>
            </a:extLst>
          </p:cNvPr>
          <p:cNvSpPr>
            <a:spLocks noGrp="1"/>
          </p:cNvSpPr>
          <p:nvPr>
            <p:ph type="title"/>
          </p:nvPr>
        </p:nvSpPr>
        <p:spPr/>
        <p:txBody>
          <a:bodyPr/>
          <a:lstStyle/>
          <a:p>
            <a:r>
              <a:rPr lang="en-US" dirty="0"/>
              <a:t>BPN Design</a:t>
            </a:r>
          </a:p>
        </p:txBody>
      </p:sp>
      <p:sp>
        <p:nvSpPr>
          <p:cNvPr id="3" name="Slide Number Placeholder 2">
            <a:extLst>
              <a:ext uri="{FF2B5EF4-FFF2-40B4-BE49-F238E27FC236}">
                <a16:creationId xmlns:a16="http://schemas.microsoft.com/office/drawing/2014/main" id="{40FCC637-BF66-6D9A-E4B5-A6B61E8244E2}"/>
              </a:ext>
            </a:extLst>
          </p:cNvPr>
          <p:cNvSpPr>
            <a:spLocks noGrp="1"/>
          </p:cNvSpPr>
          <p:nvPr>
            <p:ph type="sldNum" sz="quarter" idx="10"/>
          </p:nvPr>
        </p:nvSpPr>
        <p:spPr/>
        <p:txBody>
          <a:bodyPr/>
          <a:lstStyle/>
          <a:p>
            <a:fld id="{A241CA56-04D4-487E-9E31-9A10C01A108A}" type="slidenum">
              <a:rPr lang="en-US" smtClean="0"/>
              <a:pPr/>
              <a:t>4</a:t>
            </a:fld>
            <a:endParaRPr lang="en-US" dirty="0"/>
          </a:p>
        </p:txBody>
      </p:sp>
      <p:sp>
        <p:nvSpPr>
          <p:cNvPr id="4" name="Content Placeholder 3">
            <a:extLst>
              <a:ext uri="{FF2B5EF4-FFF2-40B4-BE49-F238E27FC236}">
                <a16:creationId xmlns:a16="http://schemas.microsoft.com/office/drawing/2014/main" id="{D1114BC2-4DF8-6EEA-3728-A8DE00EFCCE1}"/>
              </a:ext>
            </a:extLst>
          </p:cNvPr>
          <p:cNvSpPr>
            <a:spLocks noGrp="1"/>
          </p:cNvSpPr>
          <p:nvPr>
            <p:ph idx="1"/>
          </p:nvPr>
        </p:nvSpPr>
        <p:spPr/>
        <p:txBody>
          <a:bodyPr/>
          <a:lstStyle/>
          <a:p>
            <a:r>
              <a:rPr lang="en-US" dirty="0"/>
              <a:t>In our BPN design, why are </a:t>
            </a:r>
            <a:r>
              <a:rPr lang="en-US" dirty="0" err="1"/>
              <a:t>PTxxA</a:t>
            </a:r>
            <a:r>
              <a:rPr lang="en-US" dirty="0"/>
              <a:t>/</a:t>
            </a:r>
            <a:r>
              <a:rPr lang="en-US" dirty="0" err="1"/>
              <a:t>PTxxB</a:t>
            </a:r>
            <a:r>
              <a:rPr lang="en-US" dirty="0"/>
              <a:t> used for the ADC function?</a:t>
            </a:r>
          </a:p>
        </p:txBody>
      </p:sp>
      <p:pic>
        <p:nvPicPr>
          <p:cNvPr id="6" name="Picture 5">
            <a:extLst>
              <a:ext uri="{FF2B5EF4-FFF2-40B4-BE49-F238E27FC236}">
                <a16:creationId xmlns:a16="http://schemas.microsoft.com/office/drawing/2014/main" id="{CADC25B0-6ABC-D22E-82A4-B1DCEAE90B7D}"/>
              </a:ext>
            </a:extLst>
          </p:cNvPr>
          <p:cNvPicPr>
            <a:picLocks noChangeAspect="1"/>
          </p:cNvPicPr>
          <p:nvPr/>
        </p:nvPicPr>
        <p:blipFill>
          <a:blip r:embed="rId2"/>
          <a:stretch>
            <a:fillRect/>
          </a:stretch>
        </p:blipFill>
        <p:spPr>
          <a:xfrm>
            <a:off x="474220" y="1466696"/>
            <a:ext cx="8211696" cy="2210108"/>
          </a:xfrm>
          <a:prstGeom prst="rect">
            <a:avLst/>
          </a:prstGeom>
        </p:spPr>
      </p:pic>
    </p:spTree>
    <p:extLst>
      <p:ext uri="{BB962C8B-B14F-4D97-AF65-F5344CB8AC3E}">
        <p14:creationId xmlns:p14="http://schemas.microsoft.com/office/powerpoint/2010/main" val="6923661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ATA" val="ew0KICAiZG9jSUQiOiAiZDkwZTBjOGMtZDEzMC00MTgyLWI4NDAtYzcxOWFlYTA0NWI3Ig0KfQ=="/>
  <p:tag name="GVDATA0" val="(end)"/>
</p:tagLst>
</file>

<file path=ppt/theme/theme1.xml><?xml version="1.0" encoding="utf-8"?>
<a:theme xmlns:a="http://schemas.openxmlformats.org/drawingml/2006/main" name="1_SMCI_Template_2019">
  <a:themeElements>
    <a:clrScheme name="Custom 6">
      <a:dk1>
        <a:srgbClr val="001E42"/>
      </a:dk1>
      <a:lt1>
        <a:srgbClr val="FFFFFF"/>
      </a:lt1>
      <a:dk2>
        <a:srgbClr val="003A70"/>
      </a:dk2>
      <a:lt2>
        <a:srgbClr val="FFFFFF"/>
      </a:lt2>
      <a:accent1>
        <a:srgbClr val="186296"/>
      </a:accent1>
      <a:accent2>
        <a:srgbClr val="1082C4"/>
      </a:accent2>
      <a:accent3>
        <a:srgbClr val="229AD6"/>
      </a:accent3>
      <a:accent4>
        <a:srgbClr val="24AAE1"/>
      </a:accent4>
      <a:accent5>
        <a:srgbClr val="009639"/>
      </a:accent5>
      <a:accent6>
        <a:srgbClr val="D42630"/>
      </a:accent6>
      <a:hlink>
        <a:srgbClr val="FFAD00"/>
      </a:hlink>
      <a:folHlink>
        <a:srgbClr val="97999B"/>
      </a:folHlink>
    </a:clrScheme>
    <a:fontScheme name="Supermicro Fonts">
      <a:majorFont>
        <a:latin typeface="Myriad Pro Con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CI_Template_2019v2 [Read-Only]" id="{339C0E19-4BC7-4BCE-8687-A3FAF18ADE40}" vid="{2B1757E6-0219-40EE-BABC-693C28FDD6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 Materials</Template>
  <TotalTime>8818</TotalTime>
  <Words>95</Words>
  <Application>Microsoft Office PowerPoint</Application>
  <PresentationFormat>On-screen Show (16:9)</PresentationFormat>
  <Paragraphs>15</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Arial Narrow</vt:lpstr>
      <vt:lpstr>Calibri</vt:lpstr>
      <vt:lpstr>Wingdings</vt:lpstr>
      <vt:lpstr>1_SMCI_Template_2019</vt:lpstr>
      <vt:lpstr>CPLD ADC Question</vt:lpstr>
      <vt:lpstr>ADC Structure</vt:lpstr>
      <vt:lpstr>LVDS Pin</vt:lpstr>
      <vt:lpstr>BPN Design</vt:lpstr>
    </vt:vector>
  </TitlesOfParts>
  <Company>Super Micro Computers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Reviews</dc:title>
  <dc:creator>David Weir</dc:creator>
  <cp:lastModifiedBy>Haru Chen - TW (HW 1)</cp:lastModifiedBy>
  <cp:revision>491</cp:revision>
  <cp:lastPrinted>2020-08-28T19:39:45Z</cp:lastPrinted>
  <dcterms:created xsi:type="dcterms:W3CDTF">2017-06-03T00:05:49Z</dcterms:created>
  <dcterms:modified xsi:type="dcterms:W3CDTF">2026-01-30T07:55:35Z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ata">
    <vt:lpwstr>ew0KICAiZG9jSUQiOiAiZDkwZTBjOGMtZDEzMC00MTgyLWI4NDAtYzcxOWFlYTA0NWI3Ig0KfQ==</vt:lpwstr>
  </property>
  <property fmtid="{D5CDD505-2E9C-101B-9397-08002B2CF9AE}" pid="3" name="GVData0">
    <vt:lpwstr>(end)</vt:lpwstr>
  </property>
</Properties>
</file>